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4" r:id="rId13"/>
    <p:sldMasterId id="2147483676" r:id="rId14"/>
    <p:sldMasterId id="2147483678" r:id="rId15"/>
    <p:sldMasterId id="2147483680" r:id="rId16"/>
    <p:sldMasterId id="2147483682" r:id="rId17"/>
    <p:sldMasterId id="2147483684" r:id="rId18"/>
    <p:sldMasterId id="2147483686" r:id="rId19"/>
    <p:sldMasterId id="2147483688" r:id="rId20"/>
    <p:sldMasterId id="2147483690" r:id="rId21"/>
    <p:sldMasterId id="2147483692" r:id="rId22"/>
    <p:sldMasterId id="2147483694" r:id="rId23"/>
  </p:sldMasterIdLst>
  <p:sldIdLst>
    <p:sldId id="256" r:id="rId24"/>
    <p:sldId id="257" r:id="rId25"/>
    <p:sldId id="258" r:id="rId26"/>
    <p:sldId id="259" r:id="rId27"/>
    <p:sldId id="260" r:id="rId28"/>
    <p:sldId id="261" r:id="rId29"/>
    <p:sldId id="262" r:id="rId30"/>
    <p:sldId id="263" r:id="rId31"/>
    <p:sldId id="264" r:id="rId32"/>
    <p:sldId id="265" r:id="rId33"/>
    <p:sldId id="266" r:id="rId34"/>
    <p:sldId id="268" r:id="rId3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3.xml"/><Relationship Id="rId39" Type="http://schemas.openxmlformats.org/officeDocument/2006/relationships/tableStyles" Target="tableStyles.xml"/><Relationship Id="rId21" Type="http://schemas.openxmlformats.org/officeDocument/2006/relationships/slideMaster" Target="slideMasters/slideMaster21.xml"/><Relationship Id="rId34" Type="http://schemas.openxmlformats.org/officeDocument/2006/relationships/slide" Target="slides/slide1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2.xml"/><Relationship Id="rId33" Type="http://schemas.openxmlformats.org/officeDocument/2006/relationships/slide" Target="slides/slide1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6.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xml"/><Relationship Id="rId32" Type="http://schemas.openxmlformats.org/officeDocument/2006/relationships/slide" Target="slides/slide9.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5.xml"/><Relationship Id="rId36"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4.xml"/><Relationship Id="rId30" Type="http://schemas.openxmlformats.org/officeDocument/2006/relationships/slide" Target="slides/slide7.xml"/><Relationship Id="rId35" Type="http://schemas.openxmlformats.org/officeDocument/2006/relationships/slide" Target="slides/slide12.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12" name="PlaceHolder 1"/>
          <p:cNvSpPr>
            <a:spLocks noGrp="1"/>
          </p:cNvSpPr>
          <p:nvPr>
            <p:ph type="title"/>
          </p:nvPr>
        </p:nvSpPr>
        <p:spPr>
          <a:xfrm>
            <a:off x="3911400" y="75060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3"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FFFFFF"/>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LE_ONLY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ONLY_1_1">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1_1_1_2">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1">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2">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_1_1_1_1_1">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_1">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167" name="PlaceHolder 1"/>
          <p:cNvSpPr>
            <a:spLocks noGrp="1"/>
          </p:cNvSpPr>
          <p:nvPr>
            <p:ph type="title"/>
          </p:nvPr>
        </p:nvSpPr>
        <p:spPr>
          <a:xfrm>
            <a:off x="3911400" y="75060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68"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180" name="PlaceHolder 1"/>
          <p:cNvSpPr>
            <a:spLocks noGrp="1"/>
          </p:cNvSpPr>
          <p:nvPr>
            <p:ph type="title"/>
          </p:nvPr>
        </p:nvSpPr>
        <p:spPr>
          <a:xfrm>
            <a:off x="3911400" y="75060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81"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182"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196" name="PlaceHolder 1"/>
          <p:cNvSpPr>
            <a:spLocks noGrp="1"/>
          </p:cNvSpPr>
          <p:nvPr>
            <p:ph type="title"/>
          </p:nvPr>
        </p:nvSpPr>
        <p:spPr>
          <a:xfrm>
            <a:off x="3911400" y="750600"/>
            <a:ext cx="444780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 name="Google Shape;9;p2"/>
          <p:cNvSpPr/>
          <p:nvPr/>
        </p:nvSpPr>
        <p:spPr>
          <a:xfrm>
            <a:off x="176040" y="453600"/>
            <a:ext cx="8791560" cy="423576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13" name="Google Shape;10;p2"/>
          <p:cNvGrpSpPr/>
          <p:nvPr/>
        </p:nvGrpSpPr>
        <p:grpSpPr>
          <a:xfrm>
            <a:off x="-11520" y="0"/>
            <a:ext cx="9155520" cy="5178240"/>
            <a:chOff x="-11520" y="0"/>
            <a:chExt cx="9155520" cy="5178240"/>
          </a:xfrm>
        </p:grpSpPr>
        <p:grpSp>
          <p:nvGrpSpPr>
            <p:cNvPr id="2" name="Google Shape;11;p2"/>
            <p:cNvGrpSpPr/>
            <p:nvPr/>
          </p:nvGrpSpPr>
          <p:grpSpPr>
            <a:xfrm>
              <a:off x="-11520" y="0"/>
              <a:ext cx="667440" cy="667440"/>
              <a:chOff x="-11520" y="0"/>
              <a:chExt cx="667440" cy="667440"/>
            </a:xfrm>
          </p:grpSpPr>
          <p:sp>
            <p:nvSpPr>
              <p:cNvPr id="3" name="Google Shape;12;p2"/>
              <p:cNvSpPr/>
              <p:nvPr/>
            </p:nvSpPr>
            <p:spPr>
              <a:xfrm>
                <a:off x="-11520" y="0"/>
                <a:ext cx="667440" cy="502920"/>
              </a:xfrm>
              <a:custGeom>
                <a:avLst/>
                <a:gdLst>
                  <a:gd name="textAreaLeft" fmla="*/ 0 w 667440"/>
                  <a:gd name="textAreaRight" fmla="*/ 667800 w 667440"/>
                  <a:gd name="textAreaTop" fmla="*/ 0 h 502920"/>
                  <a:gd name="textAreaBottom" fmla="*/ 50328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4" name="Google Shape;13;p2"/>
              <p:cNvSpPr/>
              <p:nvPr/>
            </p:nvSpPr>
            <p:spPr>
              <a:xfrm>
                <a:off x="-11520" y="0"/>
                <a:ext cx="660960" cy="177480"/>
              </a:xfrm>
              <a:custGeom>
                <a:avLst/>
                <a:gdLst>
                  <a:gd name="textAreaLeft" fmla="*/ 0 w 660960"/>
                  <a:gd name="textAreaRight" fmla="*/ 661320 w 660960"/>
                  <a:gd name="textAreaTop" fmla="*/ 0 h 177480"/>
                  <a:gd name="textAreaBottom" fmla="*/ 17784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5" name="Google Shape;14;p2"/>
              <p:cNvSpPr/>
              <p:nvPr/>
            </p:nvSpPr>
            <p:spPr>
              <a:xfrm>
                <a:off x="-11520" y="0"/>
                <a:ext cx="667440" cy="667440"/>
              </a:xfrm>
              <a:custGeom>
                <a:avLst/>
                <a:gdLst>
                  <a:gd name="textAreaLeft" fmla="*/ 0 w 667440"/>
                  <a:gd name="textAreaRight" fmla="*/ 667800 w 667440"/>
                  <a:gd name="textAreaTop" fmla="*/ 0 h 667440"/>
                  <a:gd name="textAreaBottom" fmla="*/ 66780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6" name="Google Shape;15;p2"/>
            <p:cNvGrpSpPr/>
            <p:nvPr/>
          </p:nvGrpSpPr>
          <p:grpSpPr>
            <a:xfrm>
              <a:off x="8476560" y="4510800"/>
              <a:ext cx="667440" cy="667440"/>
              <a:chOff x="8476560" y="4510800"/>
              <a:chExt cx="667440" cy="667440"/>
            </a:xfrm>
          </p:grpSpPr>
          <p:sp>
            <p:nvSpPr>
              <p:cNvPr id="7" name="Google Shape;16;p2"/>
              <p:cNvSpPr/>
              <p:nvPr/>
            </p:nvSpPr>
            <p:spPr>
              <a:xfrm rot="10800000">
                <a:off x="8476560" y="4675320"/>
                <a:ext cx="667440" cy="502920"/>
              </a:xfrm>
              <a:custGeom>
                <a:avLst/>
                <a:gdLst>
                  <a:gd name="textAreaLeft" fmla="*/ 0 w 667440"/>
                  <a:gd name="textAreaRight" fmla="*/ 667800 w 667440"/>
                  <a:gd name="textAreaTop" fmla="*/ 0 h 502920"/>
                  <a:gd name="textAreaBottom" fmla="*/ 50328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8" name="Google Shape;17;p2"/>
              <p:cNvSpPr/>
              <p:nvPr/>
            </p:nvSpPr>
            <p:spPr>
              <a:xfrm rot="10800000">
                <a:off x="8483040" y="5000760"/>
                <a:ext cx="660960" cy="177480"/>
              </a:xfrm>
              <a:custGeom>
                <a:avLst/>
                <a:gdLst>
                  <a:gd name="textAreaLeft" fmla="*/ 0 w 660960"/>
                  <a:gd name="textAreaRight" fmla="*/ 661320 w 660960"/>
                  <a:gd name="textAreaTop" fmla="*/ 0 h 177480"/>
                  <a:gd name="textAreaBottom" fmla="*/ 17784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9" name="Google Shape;18;p2"/>
              <p:cNvSpPr/>
              <p:nvPr/>
            </p:nvSpPr>
            <p:spPr>
              <a:xfrm rot="10800000">
                <a:off x="8476560" y="4510800"/>
                <a:ext cx="667440" cy="667440"/>
              </a:xfrm>
              <a:custGeom>
                <a:avLst/>
                <a:gdLst>
                  <a:gd name="textAreaLeft" fmla="*/ 0 w 667440"/>
                  <a:gd name="textAreaRight" fmla="*/ 667800 w 667440"/>
                  <a:gd name="textAreaTop" fmla="*/ 0 h 667440"/>
                  <a:gd name="textAreaBottom" fmla="*/ 66780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10" name="PlaceHolder 1"/>
          <p:cNvSpPr>
            <a:spLocks noGrp="1"/>
          </p:cNvSpPr>
          <p:nvPr>
            <p:ph type="title"/>
          </p:nvPr>
        </p:nvSpPr>
        <p:spPr>
          <a:xfrm>
            <a:off x="1072440" y="1204200"/>
            <a:ext cx="5065560" cy="2125440"/>
          </a:xfrm>
          <a:prstGeom prst="rect">
            <a:avLst/>
          </a:prstGeom>
          <a:noFill/>
          <a:ln w="0">
            <a:noFill/>
          </a:ln>
        </p:spPr>
        <p:txBody>
          <a:bodyPr lIns="91440" tIns="91440" rIns="91440" bIns="91440" anchor="b">
            <a:noAutofit/>
          </a:bodyPr>
          <a:lstStyle/>
          <a:p>
            <a:pPr indent="0">
              <a:buNone/>
            </a:pPr>
            <a:r>
              <a:rPr lang="fr-FR" sz="4800" b="0" strike="noStrike" spc="-1">
                <a:solidFill>
                  <a:schemeClr val="dk1"/>
                </a:solidFill>
                <a:latin typeface="Arial"/>
              </a:rPr>
              <a:t>Click to edit the title text format</a:t>
            </a:r>
          </a:p>
        </p:txBody>
      </p:sp>
      <p:sp>
        <p:nvSpPr>
          <p:cNvPr id="1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4" name="Google Shape;121;p11"/>
          <p:cNvSpPr/>
          <p:nvPr/>
        </p:nvSpPr>
        <p:spPr>
          <a:xfrm>
            <a:off x="176040" y="213480"/>
            <a:ext cx="8791560" cy="471672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15" name="Google Shape;122;p11"/>
          <p:cNvGrpSpPr/>
          <p:nvPr/>
        </p:nvGrpSpPr>
        <p:grpSpPr>
          <a:xfrm>
            <a:off x="-140400" y="-128880"/>
            <a:ext cx="9424440" cy="5401080"/>
            <a:chOff x="-140400" y="-128880"/>
            <a:chExt cx="9424440" cy="5401080"/>
          </a:xfrm>
        </p:grpSpPr>
        <p:grpSp>
          <p:nvGrpSpPr>
            <p:cNvPr id="16" name="Google Shape;123;p11"/>
            <p:cNvGrpSpPr/>
            <p:nvPr/>
          </p:nvGrpSpPr>
          <p:grpSpPr>
            <a:xfrm>
              <a:off x="-140400" y="4734360"/>
              <a:ext cx="537480" cy="537840"/>
              <a:chOff x="-140400" y="4734360"/>
              <a:chExt cx="537480" cy="537840"/>
            </a:xfrm>
          </p:grpSpPr>
          <p:sp>
            <p:nvSpPr>
              <p:cNvPr id="17" name="Google Shape;124;p11"/>
              <p:cNvSpPr/>
              <p:nvPr/>
            </p:nvSpPr>
            <p:spPr>
              <a:xfrm rot="18900000">
                <a:off x="-61560" y="4813200"/>
                <a:ext cx="380160" cy="380160"/>
              </a:xfrm>
              <a:custGeom>
                <a:avLst/>
                <a:gdLst>
                  <a:gd name="textAreaLeft" fmla="*/ 0 w 380160"/>
                  <a:gd name="textAreaRight" fmla="*/ 380520 w 380160"/>
                  <a:gd name="textAreaTop" fmla="*/ 0 h 380160"/>
                  <a:gd name="textAreaBottom" fmla="*/ 380520 h 380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8" name="Google Shape;125;p11"/>
              <p:cNvSpPr/>
              <p:nvPr/>
            </p:nvSpPr>
            <p:spPr>
              <a:xfrm rot="18900000">
                <a:off x="-17640" y="4858200"/>
                <a:ext cx="290520" cy="289080"/>
              </a:xfrm>
              <a:custGeom>
                <a:avLst/>
                <a:gdLst>
                  <a:gd name="textAreaLeft" fmla="*/ 0 w 290520"/>
                  <a:gd name="textAreaRight" fmla="*/ 290880 w 290520"/>
                  <a:gd name="textAreaTop" fmla="*/ 0 h 289080"/>
                  <a:gd name="textAreaBottom" fmla="*/ 289440 h 28908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19" name="Google Shape;126;p11"/>
            <p:cNvGrpSpPr/>
            <p:nvPr/>
          </p:nvGrpSpPr>
          <p:grpSpPr>
            <a:xfrm>
              <a:off x="8746560" y="-128880"/>
              <a:ext cx="537480" cy="537840"/>
              <a:chOff x="8746560" y="-128880"/>
              <a:chExt cx="537480" cy="537840"/>
            </a:xfrm>
          </p:grpSpPr>
          <p:sp>
            <p:nvSpPr>
              <p:cNvPr id="20" name="Google Shape;127;p11"/>
              <p:cNvSpPr/>
              <p:nvPr/>
            </p:nvSpPr>
            <p:spPr>
              <a:xfrm rot="18900000">
                <a:off x="8825040" y="-49680"/>
                <a:ext cx="380160" cy="380160"/>
              </a:xfrm>
              <a:custGeom>
                <a:avLst/>
                <a:gdLst>
                  <a:gd name="textAreaLeft" fmla="*/ 0 w 380160"/>
                  <a:gd name="textAreaRight" fmla="*/ 380520 w 380160"/>
                  <a:gd name="textAreaTop" fmla="*/ 0 h 380160"/>
                  <a:gd name="textAreaBottom" fmla="*/ 380520 h 380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1" name="Google Shape;128;p11"/>
              <p:cNvSpPr/>
              <p:nvPr/>
            </p:nvSpPr>
            <p:spPr>
              <a:xfrm rot="18900000">
                <a:off x="8869320" y="-4680"/>
                <a:ext cx="290520" cy="289080"/>
              </a:xfrm>
              <a:custGeom>
                <a:avLst/>
                <a:gdLst>
                  <a:gd name="textAreaLeft" fmla="*/ 0 w 290520"/>
                  <a:gd name="textAreaRight" fmla="*/ 290880 w 290520"/>
                  <a:gd name="textAreaTop" fmla="*/ 0 h 289080"/>
                  <a:gd name="textAreaBottom" fmla="*/ 289440 h 28908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22" name="PlaceHolder 1"/>
          <p:cNvSpPr>
            <a:spLocks noGrp="1"/>
          </p:cNvSpPr>
          <p:nvPr>
            <p:ph type="title"/>
          </p:nvPr>
        </p:nvSpPr>
        <p:spPr>
          <a:xfrm>
            <a:off x="1284120" y="1558440"/>
            <a:ext cx="6575760" cy="1510920"/>
          </a:xfrm>
          <a:prstGeom prst="rect">
            <a:avLst/>
          </a:prstGeom>
          <a:noFill/>
          <a:ln w="0">
            <a:noFill/>
          </a:ln>
        </p:spPr>
        <p:txBody>
          <a:bodyPr lIns="91440" tIns="91440" rIns="91440" bIns="91440" anchor="b">
            <a:noAutofit/>
          </a:bodyPr>
          <a:lstStyle/>
          <a:p>
            <a:pPr indent="0" algn="ctr">
              <a:lnSpc>
                <a:spcPct val="100000"/>
              </a:lnSpc>
              <a:buNone/>
            </a:pPr>
            <a:r>
              <a:rPr lang="fr-FR" sz="6000" b="0" strike="noStrike" spc="-1">
                <a:solidFill>
                  <a:schemeClr val="dk1"/>
                </a:solidFill>
                <a:latin typeface="Sorts Mill Goudy"/>
                <a:ea typeface="Sorts Mill Goudy"/>
              </a:rPr>
              <a:t>xx%</a:t>
            </a:r>
            <a:endParaRPr lang="fr-FR" sz="6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3" name="Google Shape;133;p13"/>
          <p:cNvSpPr/>
          <p:nvPr/>
        </p:nvSpPr>
        <p:spPr>
          <a:xfrm>
            <a:off x="176040" y="453600"/>
            <a:ext cx="8791560" cy="423576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24" name="Google Shape;134;p13"/>
          <p:cNvGrpSpPr/>
          <p:nvPr/>
        </p:nvGrpSpPr>
        <p:grpSpPr>
          <a:xfrm>
            <a:off x="-11520" y="0"/>
            <a:ext cx="9155520" cy="5178240"/>
            <a:chOff x="-11520" y="0"/>
            <a:chExt cx="9155520" cy="5178240"/>
          </a:xfrm>
        </p:grpSpPr>
        <p:grpSp>
          <p:nvGrpSpPr>
            <p:cNvPr id="25" name="Google Shape;135;p13"/>
            <p:cNvGrpSpPr/>
            <p:nvPr/>
          </p:nvGrpSpPr>
          <p:grpSpPr>
            <a:xfrm>
              <a:off x="-11520" y="0"/>
              <a:ext cx="667440" cy="667440"/>
              <a:chOff x="-11520" y="0"/>
              <a:chExt cx="667440" cy="667440"/>
            </a:xfrm>
          </p:grpSpPr>
          <p:sp>
            <p:nvSpPr>
              <p:cNvPr id="26" name="Google Shape;136;p13"/>
              <p:cNvSpPr/>
              <p:nvPr/>
            </p:nvSpPr>
            <p:spPr>
              <a:xfrm>
                <a:off x="-11520" y="0"/>
                <a:ext cx="667440" cy="502920"/>
              </a:xfrm>
              <a:custGeom>
                <a:avLst/>
                <a:gdLst>
                  <a:gd name="textAreaLeft" fmla="*/ 0 w 667440"/>
                  <a:gd name="textAreaRight" fmla="*/ 667800 w 667440"/>
                  <a:gd name="textAreaTop" fmla="*/ 0 h 502920"/>
                  <a:gd name="textAreaBottom" fmla="*/ 50328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7" name="Google Shape;137;p13"/>
              <p:cNvSpPr/>
              <p:nvPr/>
            </p:nvSpPr>
            <p:spPr>
              <a:xfrm>
                <a:off x="-11520" y="0"/>
                <a:ext cx="660960" cy="177480"/>
              </a:xfrm>
              <a:custGeom>
                <a:avLst/>
                <a:gdLst>
                  <a:gd name="textAreaLeft" fmla="*/ 0 w 660960"/>
                  <a:gd name="textAreaRight" fmla="*/ 661320 w 660960"/>
                  <a:gd name="textAreaTop" fmla="*/ 0 h 177480"/>
                  <a:gd name="textAreaBottom" fmla="*/ 17784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8" name="Google Shape;138;p13"/>
              <p:cNvSpPr/>
              <p:nvPr/>
            </p:nvSpPr>
            <p:spPr>
              <a:xfrm>
                <a:off x="-11520" y="0"/>
                <a:ext cx="667440" cy="667440"/>
              </a:xfrm>
              <a:custGeom>
                <a:avLst/>
                <a:gdLst>
                  <a:gd name="textAreaLeft" fmla="*/ 0 w 667440"/>
                  <a:gd name="textAreaRight" fmla="*/ 667800 w 667440"/>
                  <a:gd name="textAreaTop" fmla="*/ 0 h 667440"/>
                  <a:gd name="textAreaBottom" fmla="*/ 66780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29" name="Google Shape;139;p13"/>
            <p:cNvGrpSpPr/>
            <p:nvPr/>
          </p:nvGrpSpPr>
          <p:grpSpPr>
            <a:xfrm>
              <a:off x="8476560" y="4510800"/>
              <a:ext cx="667440" cy="667440"/>
              <a:chOff x="8476560" y="4510800"/>
              <a:chExt cx="667440" cy="667440"/>
            </a:xfrm>
          </p:grpSpPr>
          <p:sp>
            <p:nvSpPr>
              <p:cNvPr id="30" name="Google Shape;140;p13"/>
              <p:cNvSpPr/>
              <p:nvPr/>
            </p:nvSpPr>
            <p:spPr>
              <a:xfrm rot="10800000">
                <a:off x="8476560" y="4675320"/>
                <a:ext cx="667440" cy="502920"/>
              </a:xfrm>
              <a:custGeom>
                <a:avLst/>
                <a:gdLst>
                  <a:gd name="textAreaLeft" fmla="*/ 0 w 667440"/>
                  <a:gd name="textAreaRight" fmla="*/ 667800 w 667440"/>
                  <a:gd name="textAreaTop" fmla="*/ 0 h 502920"/>
                  <a:gd name="textAreaBottom" fmla="*/ 50328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1" name="Google Shape;141;p13"/>
              <p:cNvSpPr/>
              <p:nvPr/>
            </p:nvSpPr>
            <p:spPr>
              <a:xfrm rot="10800000">
                <a:off x="8483040" y="5000760"/>
                <a:ext cx="660960" cy="177480"/>
              </a:xfrm>
              <a:custGeom>
                <a:avLst/>
                <a:gdLst>
                  <a:gd name="textAreaLeft" fmla="*/ 0 w 660960"/>
                  <a:gd name="textAreaRight" fmla="*/ 661320 w 660960"/>
                  <a:gd name="textAreaTop" fmla="*/ 0 h 177480"/>
                  <a:gd name="textAreaBottom" fmla="*/ 17784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2" name="Google Shape;142;p13"/>
              <p:cNvSpPr/>
              <p:nvPr/>
            </p:nvSpPr>
            <p:spPr>
              <a:xfrm rot="10800000">
                <a:off x="8476560" y="4510800"/>
                <a:ext cx="667440" cy="667440"/>
              </a:xfrm>
              <a:custGeom>
                <a:avLst/>
                <a:gdLst>
                  <a:gd name="textAreaLeft" fmla="*/ 0 w 667440"/>
                  <a:gd name="textAreaRight" fmla="*/ 667800 w 667440"/>
                  <a:gd name="textAreaTop" fmla="*/ 0 h 667440"/>
                  <a:gd name="textAreaBottom" fmla="*/ 66780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33" name="PlaceHolder 1"/>
          <p:cNvSpPr>
            <a:spLocks noGrp="1"/>
          </p:cNvSpPr>
          <p:nvPr>
            <p:ph type="title"/>
          </p:nvPr>
        </p:nvSpPr>
        <p:spPr>
          <a:xfrm>
            <a:off x="1090800" y="3553200"/>
            <a:ext cx="4213440" cy="53172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4" name="Google Shape;146;p14"/>
          <p:cNvSpPr/>
          <p:nvPr/>
        </p:nvSpPr>
        <p:spPr>
          <a:xfrm>
            <a:off x="176040" y="213480"/>
            <a:ext cx="8791560" cy="471672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35" name="Google Shape;147;p14"/>
          <p:cNvGrpSpPr/>
          <p:nvPr/>
        </p:nvGrpSpPr>
        <p:grpSpPr>
          <a:xfrm>
            <a:off x="-140400" y="-128880"/>
            <a:ext cx="9424440" cy="5401080"/>
            <a:chOff x="-140400" y="-128880"/>
            <a:chExt cx="9424440" cy="5401080"/>
          </a:xfrm>
        </p:grpSpPr>
        <p:grpSp>
          <p:nvGrpSpPr>
            <p:cNvPr id="36" name="Google Shape;148;p14"/>
            <p:cNvGrpSpPr/>
            <p:nvPr/>
          </p:nvGrpSpPr>
          <p:grpSpPr>
            <a:xfrm>
              <a:off x="-140400" y="4734360"/>
              <a:ext cx="537480" cy="537840"/>
              <a:chOff x="-140400" y="4734360"/>
              <a:chExt cx="537480" cy="537840"/>
            </a:xfrm>
          </p:grpSpPr>
          <p:sp>
            <p:nvSpPr>
              <p:cNvPr id="37" name="Google Shape;149;p14"/>
              <p:cNvSpPr/>
              <p:nvPr/>
            </p:nvSpPr>
            <p:spPr>
              <a:xfrm rot="18900000">
                <a:off x="-61560" y="4813200"/>
                <a:ext cx="380160" cy="380160"/>
              </a:xfrm>
              <a:custGeom>
                <a:avLst/>
                <a:gdLst>
                  <a:gd name="textAreaLeft" fmla="*/ 0 w 380160"/>
                  <a:gd name="textAreaRight" fmla="*/ 380520 w 380160"/>
                  <a:gd name="textAreaTop" fmla="*/ 0 h 380160"/>
                  <a:gd name="textAreaBottom" fmla="*/ 380520 h 380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8" name="Google Shape;150;p14"/>
              <p:cNvSpPr/>
              <p:nvPr/>
            </p:nvSpPr>
            <p:spPr>
              <a:xfrm rot="18900000">
                <a:off x="-17640" y="4858200"/>
                <a:ext cx="290520" cy="289080"/>
              </a:xfrm>
              <a:custGeom>
                <a:avLst/>
                <a:gdLst>
                  <a:gd name="textAreaLeft" fmla="*/ 0 w 290520"/>
                  <a:gd name="textAreaRight" fmla="*/ 290880 w 290520"/>
                  <a:gd name="textAreaTop" fmla="*/ 0 h 289080"/>
                  <a:gd name="textAreaBottom" fmla="*/ 289440 h 28908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39" name="Google Shape;151;p14"/>
            <p:cNvGrpSpPr/>
            <p:nvPr/>
          </p:nvGrpSpPr>
          <p:grpSpPr>
            <a:xfrm>
              <a:off x="8746560" y="-128880"/>
              <a:ext cx="537480" cy="537840"/>
              <a:chOff x="8746560" y="-128880"/>
              <a:chExt cx="537480" cy="537840"/>
            </a:xfrm>
          </p:grpSpPr>
          <p:sp>
            <p:nvSpPr>
              <p:cNvPr id="40" name="Google Shape;152;p14"/>
              <p:cNvSpPr/>
              <p:nvPr/>
            </p:nvSpPr>
            <p:spPr>
              <a:xfrm rot="18900000">
                <a:off x="8825040" y="-49680"/>
                <a:ext cx="380160" cy="380160"/>
              </a:xfrm>
              <a:custGeom>
                <a:avLst/>
                <a:gdLst>
                  <a:gd name="textAreaLeft" fmla="*/ 0 w 380160"/>
                  <a:gd name="textAreaRight" fmla="*/ 380520 w 380160"/>
                  <a:gd name="textAreaTop" fmla="*/ 0 h 380160"/>
                  <a:gd name="textAreaBottom" fmla="*/ 380520 h 380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41" name="Google Shape;153;p14"/>
              <p:cNvSpPr/>
              <p:nvPr/>
            </p:nvSpPr>
            <p:spPr>
              <a:xfrm rot="18900000">
                <a:off x="8869320" y="-4680"/>
                <a:ext cx="290520" cy="289080"/>
              </a:xfrm>
              <a:custGeom>
                <a:avLst/>
                <a:gdLst>
                  <a:gd name="textAreaLeft" fmla="*/ 0 w 290520"/>
                  <a:gd name="textAreaRight" fmla="*/ 290880 w 290520"/>
                  <a:gd name="textAreaTop" fmla="*/ 0 h 289080"/>
                  <a:gd name="textAreaBottom" fmla="*/ 289440 h 28908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4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ctr">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3" name="Google Shape;156;p15"/>
          <p:cNvSpPr/>
          <p:nvPr/>
        </p:nvSpPr>
        <p:spPr>
          <a:xfrm>
            <a:off x="176040" y="213480"/>
            <a:ext cx="8791560" cy="471672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ctr">
            <a:noAutofit/>
          </a:bodyPr>
          <a:lstStyle/>
          <a:p>
            <a:pPr indent="0">
              <a:buNone/>
            </a:pPr>
            <a:r>
              <a:rPr lang="fr-FR" sz="3500" b="0" strike="noStrike" spc="-1">
                <a:solidFill>
                  <a:schemeClr val="dk1"/>
                </a:solidFill>
                <a:latin typeface="Arial"/>
              </a:rPr>
              <a:t>Click to edit the title text format</a:t>
            </a:r>
          </a:p>
        </p:txBody>
      </p:sp>
      <p:grpSp>
        <p:nvGrpSpPr>
          <p:cNvPr id="45" name="Google Shape;158;p15"/>
          <p:cNvGrpSpPr/>
          <p:nvPr/>
        </p:nvGrpSpPr>
        <p:grpSpPr>
          <a:xfrm>
            <a:off x="97920" y="115920"/>
            <a:ext cx="8947080" cy="4911480"/>
            <a:chOff x="97920" y="115920"/>
            <a:chExt cx="8947080" cy="4911480"/>
          </a:xfrm>
        </p:grpSpPr>
        <p:grpSp>
          <p:nvGrpSpPr>
            <p:cNvPr id="46" name="Google Shape;159;p15"/>
            <p:cNvGrpSpPr/>
            <p:nvPr/>
          </p:nvGrpSpPr>
          <p:grpSpPr>
            <a:xfrm>
              <a:off x="8733960" y="4725720"/>
              <a:ext cx="311040" cy="301680"/>
              <a:chOff x="8733960" y="4725720"/>
              <a:chExt cx="311040" cy="301680"/>
            </a:xfrm>
          </p:grpSpPr>
          <p:sp>
            <p:nvSpPr>
              <p:cNvPr id="47" name="Google Shape;160;p15"/>
              <p:cNvSpPr/>
              <p:nvPr/>
            </p:nvSpPr>
            <p:spPr>
              <a:xfrm flipH="1">
                <a:off x="8883000" y="472572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1">
                    <a:moveTo>
                      <a:pt x="0" y="230"/>
                    </a:moveTo>
                    <a:lnTo>
                      <a:pt x="0" y="212"/>
                    </a:lnTo>
                    <a:cubicBezTo>
                      <a:pt x="116" y="212"/>
                      <a:pt x="211" y="117"/>
                      <a:pt x="211" y="0"/>
                    </a:cubicBezTo>
                    <a:lnTo>
                      <a:pt x="229" y="0"/>
                    </a:lnTo>
                    <a:cubicBezTo>
                      <a:pt x="229" y="127"/>
                      <a:pt x="126" y="230"/>
                      <a:pt x="0" y="23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48" name="Google Shape;161;p15"/>
              <p:cNvSpPr/>
              <p:nvPr/>
            </p:nvSpPr>
            <p:spPr>
              <a:xfrm flipH="1">
                <a:off x="8883000" y="486576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229" y="229"/>
                    </a:moveTo>
                    <a:lnTo>
                      <a:pt x="212" y="229"/>
                    </a:lnTo>
                    <a:cubicBezTo>
                      <a:pt x="212" y="112"/>
                      <a:pt x="117" y="17"/>
                      <a:pt x="0" y="17"/>
                    </a:cubicBezTo>
                    <a:lnTo>
                      <a:pt x="0" y="0"/>
                    </a:lnTo>
                    <a:cubicBezTo>
                      <a:pt x="126" y="0"/>
                      <a:pt x="229" y="103"/>
                      <a:pt x="229"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49" name="Google Shape;162;p15"/>
              <p:cNvSpPr/>
              <p:nvPr/>
            </p:nvSpPr>
            <p:spPr>
              <a:xfrm flipH="1">
                <a:off x="8733600" y="486576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18" y="229"/>
                    </a:moveTo>
                    <a:lnTo>
                      <a:pt x="0" y="229"/>
                    </a:lnTo>
                    <a:cubicBezTo>
                      <a:pt x="0" y="102"/>
                      <a:pt x="103" y="0"/>
                      <a:pt x="229" y="0"/>
                    </a:cubicBezTo>
                    <a:lnTo>
                      <a:pt x="229" y="17"/>
                    </a:lnTo>
                    <a:cubicBezTo>
                      <a:pt x="113" y="17"/>
                      <a:pt x="18" y="112"/>
                      <a:pt x="18"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50" name="Google Shape;163;p15"/>
              <p:cNvSpPr/>
              <p:nvPr/>
            </p:nvSpPr>
            <p:spPr>
              <a:xfrm flipH="1">
                <a:off x="8733600" y="472572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229" y="229"/>
                    </a:moveTo>
                    <a:cubicBezTo>
                      <a:pt x="103" y="229"/>
                      <a:pt x="0" y="126"/>
                      <a:pt x="0" y="0"/>
                    </a:cubicBezTo>
                    <a:lnTo>
                      <a:pt x="17" y="0"/>
                    </a:lnTo>
                    <a:cubicBezTo>
                      <a:pt x="17" y="117"/>
                      <a:pt x="112" y="212"/>
                      <a:pt x="229" y="212"/>
                    </a:cubicBezTo>
                    <a:lnTo>
                      <a:pt x="229" y="229"/>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51" name="Google Shape;164;p15"/>
            <p:cNvGrpSpPr/>
            <p:nvPr/>
          </p:nvGrpSpPr>
          <p:grpSpPr>
            <a:xfrm>
              <a:off x="97920" y="115920"/>
              <a:ext cx="311040" cy="301680"/>
              <a:chOff x="97920" y="115920"/>
              <a:chExt cx="311040" cy="301680"/>
            </a:xfrm>
          </p:grpSpPr>
          <p:sp>
            <p:nvSpPr>
              <p:cNvPr id="52" name="Google Shape;165;p15"/>
              <p:cNvSpPr/>
              <p:nvPr/>
            </p:nvSpPr>
            <p:spPr>
              <a:xfrm flipH="1">
                <a:off x="246960" y="11592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1">
                    <a:moveTo>
                      <a:pt x="0" y="230"/>
                    </a:moveTo>
                    <a:lnTo>
                      <a:pt x="0" y="212"/>
                    </a:lnTo>
                    <a:cubicBezTo>
                      <a:pt x="116" y="212"/>
                      <a:pt x="211" y="117"/>
                      <a:pt x="211" y="0"/>
                    </a:cubicBezTo>
                    <a:lnTo>
                      <a:pt x="229" y="0"/>
                    </a:lnTo>
                    <a:cubicBezTo>
                      <a:pt x="229" y="127"/>
                      <a:pt x="126" y="230"/>
                      <a:pt x="0" y="23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53" name="Google Shape;166;p15"/>
              <p:cNvSpPr/>
              <p:nvPr/>
            </p:nvSpPr>
            <p:spPr>
              <a:xfrm flipH="1">
                <a:off x="246960" y="25596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229" y="229"/>
                    </a:moveTo>
                    <a:lnTo>
                      <a:pt x="212" y="229"/>
                    </a:lnTo>
                    <a:cubicBezTo>
                      <a:pt x="212" y="112"/>
                      <a:pt x="117" y="17"/>
                      <a:pt x="0" y="17"/>
                    </a:cubicBezTo>
                    <a:lnTo>
                      <a:pt x="0" y="0"/>
                    </a:lnTo>
                    <a:cubicBezTo>
                      <a:pt x="126" y="0"/>
                      <a:pt x="229" y="103"/>
                      <a:pt x="229"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54" name="Google Shape;167;p15"/>
              <p:cNvSpPr/>
              <p:nvPr/>
            </p:nvSpPr>
            <p:spPr>
              <a:xfrm flipH="1">
                <a:off x="97560" y="25596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18" y="229"/>
                    </a:moveTo>
                    <a:lnTo>
                      <a:pt x="0" y="229"/>
                    </a:lnTo>
                    <a:cubicBezTo>
                      <a:pt x="0" y="102"/>
                      <a:pt x="103" y="0"/>
                      <a:pt x="229" y="0"/>
                    </a:cubicBezTo>
                    <a:lnTo>
                      <a:pt x="229" y="17"/>
                    </a:lnTo>
                    <a:cubicBezTo>
                      <a:pt x="113" y="17"/>
                      <a:pt x="18" y="112"/>
                      <a:pt x="18"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55" name="Google Shape;168;p15"/>
              <p:cNvSpPr/>
              <p:nvPr/>
            </p:nvSpPr>
            <p:spPr>
              <a:xfrm flipH="1">
                <a:off x="97560" y="11592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229" y="229"/>
                    </a:moveTo>
                    <a:cubicBezTo>
                      <a:pt x="103" y="229"/>
                      <a:pt x="0" y="126"/>
                      <a:pt x="0" y="0"/>
                    </a:cubicBezTo>
                    <a:lnTo>
                      <a:pt x="17" y="0"/>
                    </a:lnTo>
                    <a:cubicBezTo>
                      <a:pt x="17" y="117"/>
                      <a:pt x="112" y="212"/>
                      <a:pt x="229" y="212"/>
                    </a:cubicBezTo>
                    <a:lnTo>
                      <a:pt x="229" y="229"/>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6" name="Google Shape;170;p16"/>
          <p:cNvSpPr/>
          <p:nvPr/>
        </p:nvSpPr>
        <p:spPr>
          <a:xfrm>
            <a:off x="176040" y="213480"/>
            <a:ext cx="8791560" cy="471672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57" name="Google Shape;171;p16"/>
          <p:cNvGrpSpPr/>
          <p:nvPr/>
        </p:nvGrpSpPr>
        <p:grpSpPr>
          <a:xfrm>
            <a:off x="-140400" y="-128880"/>
            <a:ext cx="9424440" cy="5401080"/>
            <a:chOff x="-140400" y="-128880"/>
            <a:chExt cx="9424440" cy="5401080"/>
          </a:xfrm>
        </p:grpSpPr>
        <p:grpSp>
          <p:nvGrpSpPr>
            <p:cNvPr id="58" name="Google Shape;172;p16"/>
            <p:cNvGrpSpPr/>
            <p:nvPr/>
          </p:nvGrpSpPr>
          <p:grpSpPr>
            <a:xfrm>
              <a:off x="-140400" y="4734360"/>
              <a:ext cx="537480" cy="537840"/>
              <a:chOff x="-140400" y="4734360"/>
              <a:chExt cx="537480" cy="537840"/>
            </a:xfrm>
          </p:grpSpPr>
          <p:sp>
            <p:nvSpPr>
              <p:cNvPr id="59" name="Google Shape;173;p16"/>
              <p:cNvSpPr/>
              <p:nvPr/>
            </p:nvSpPr>
            <p:spPr>
              <a:xfrm rot="18900000">
                <a:off x="-61560" y="4813200"/>
                <a:ext cx="380160" cy="380160"/>
              </a:xfrm>
              <a:custGeom>
                <a:avLst/>
                <a:gdLst>
                  <a:gd name="textAreaLeft" fmla="*/ 0 w 380160"/>
                  <a:gd name="textAreaRight" fmla="*/ 380520 w 380160"/>
                  <a:gd name="textAreaTop" fmla="*/ 0 h 380160"/>
                  <a:gd name="textAreaBottom" fmla="*/ 380520 h 380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60" name="Google Shape;174;p16"/>
              <p:cNvSpPr/>
              <p:nvPr/>
            </p:nvSpPr>
            <p:spPr>
              <a:xfrm rot="18900000">
                <a:off x="-17640" y="4858200"/>
                <a:ext cx="290520" cy="289080"/>
              </a:xfrm>
              <a:custGeom>
                <a:avLst/>
                <a:gdLst>
                  <a:gd name="textAreaLeft" fmla="*/ 0 w 290520"/>
                  <a:gd name="textAreaRight" fmla="*/ 290880 w 290520"/>
                  <a:gd name="textAreaTop" fmla="*/ 0 h 289080"/>
                  <a:gd name="textAreaBottom" fmla="*/ 289440 h 28908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61" name="Google Shape;175;p16"/>
            <p:cNvGrpSpPr/>
            <p:nvPr/>
          </p:nvGrpSpPr>
          <p:grpSpPr>
            <a:xfrm>
              <a:off x="8746560" y="-128880"/>
              <a:ext cx="537480" cy="537840"/>
              <a:chOff x="8746560" y="-128880"/>
              <a:chExt cx="537480" cy="537840"/>
            </a:xfrm>
          </p:grpSpPr>
          <p:sp>
            <p:nvSpPr>
              <p:cNvPr id="62" name="Google Shape;176;p16"/>
              <p:cNvSpPr/>
              <p:nvPr/>
            </p:nvSpPr>
            <p:spPr>
              <a:xfrm rot="18900000">
                <a:off x="8825040" y="-49680"/>
                <a:ext cx="380160" cy="380160"/>
              </a:xfrm>
              <a:custGeom>
                <a:avLst/>
                <a:gdLst>
                  <a:gd name="textAreaLeft" fmla="*/ 0 w 380160"/>
                  <a:gd name="textAreaRight" fmla="*/ 380520 w 380160"/>
                  <a:gd name="textAreaTop" fmla="*/ 0 h 380160"/>
                  <a:gd name="textAreaBottom" fmla="*/ 380520 h 380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63" name="Google Shape;177;p16"/>
              <p:cNvSpPr/>
              <p:nvPr/>
            </p:nvSpPr>
            <p:spPr>
              <a:xfrm rot="18900000">
                <a:off x="8869320" y="-4680"/>
                <a:ext cx="290520" cy="289080"/>
              </a:xfrm>
              <a:custGeom>
                <a:avLst/>
                <a:gdLst>
                  <a:gd name="textAreaLeft" fmla="*/ 0 w 290520"/>
                  <a:gd name="textAreaRight" fmla="*/ 290880 w 290520"/>
                  <a:gd name="textAreaTop" fmla="*/ 0 h 289080"/>
                  <a:gd name="textAreaBottom" fmla="*/ 289440 h 28908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6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ctr">
            <a:noAutofit/>
          </a:bodyPr>
          <a:lstStyle/>
          <a:p>
            <a:pPr indent="0">
              <a:buNone/>
            </a:pPr>
            <a:r>
              <a:rPr lang="fr-FR" sz="3500" b="0" strike="noStrike" spc="-1">
                <a:solidFill>
                  <a:schemeClr val="dk1"/>
                </a:solidFill>
                <a:latin typeface="Arial"/>
              </a:rPr>
              <a:t>Click to edit the title text format</a:t>
            </a:r>
          </a:p>
        </p:txBody>
      </p:sp>
      <p:sp>
        <p:nvSpPr>
          <p:cNvPr id="65" name="PlaceHolder 2"/>
          <p:cNvSpPr>
            <a:spLocks noGrp="1"/>
          </p:cNvSpPr>
          <p:nvPr>
            <p:ph type="body"/>
          </p:nvPr>
        </p:nvSpPr>
        <p:spPr>
          <a:xfrm>
            <a:off x="720000" y="1076400"/>
            <a:ext cx="7703640" cy="108180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4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6" name="Google Shape;181;p17"/>
          <p:cNvGrpSpPr/>
          <p:nvPr/>
        </p:nvGrpSpPr>
        <p:grpSpPr>
          <a:xfrm>
            <a:off x="-11520" y="-17280"/>
            <a:ext cx="9155160" cy="5177520"/>
            <a:chOff x="-11520" y="-17280"/>
            <a:chExt cx="9155160" cy="5177520"/>
          </a:xfrm>
        </p:grpSpPr>
        <p:grpSp>
          <p:nvGrpSpPr>
            <p:cNvPr id="67" name="Google Shape;182;p17"/>
            <p:cNvGrpSpPr/>
            <p:nvPr/>
          </p:nvGrpSpPr>
          <p:grpSpPr>
            <a:xfrm>
              <a:off x="8476200" y="-17280"/>
              <a:ext cx="667440" cy="667440"/>
              <a:chOff x="8476200" y="-17280"/>
              <a:chExt cx="667440" cy="667440"/>
            </a:xfrm>
          </p:grpSpPr>
          <p:sp>
            <p:nvSpPr>
              <p:cNvPr id="68" name="Google Shape;183;p17"/>
              <p:cNvSpPr/>
              <p:nvPr/>
            </p:nvSpPr>
            <p:spPr>
              <a:xfrm flipH="1">
                <a:off x="8476200" y="-17280"/>
                <a:ext cx="667440" cy="502920"/>
              </a:xfrm>
              <a:custGeom>
                <a:avLst/>
                <a:gdLst>
                  <a:gd name="textAreaLeft" fmla="*/ 360 w 667440"/>
                  <a:gd name="textAreaRight" fmla="*/ 668160 w 667440"/>
                  <a:gd name="textAreaTop" fmla="*/ 0 h 502920"/>
                  <a:gd name="textAreaBottom" fmla="*/ 50328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69" name="Google Shape;184;p17"/>
              <p:cNvSpPr/>
              <p:nvPr/>
            </p:nvSpPr>
            <p:spPr>
              <a:xfrm flipH="1">
                <a:off x="8482680" y="-17280"/>
                <a:ext cx="660960" cy="177480"/>
              </a:xfrm>
              <a:custGeom>
                <a:avLst/>
                <a:gdLst>
                  <a:gd name="textAreaLeft" fmla="*/ 360 w 660960"/>
                  <a:gd name="textAreaRight" fmla="*/ 661680 w 660960"/>
                  <a:gd name="textAreaTop" fmla="*/ 0 h 177480"/>
                  <a:gd name="textAreaBottom" fmla="*/ 17784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70" name="Google Shape;185;p17"/>
              <p:cNvSpPr/>
              <p:nvPr/>
            </p:nvSpPr>
            <p:spPr>
              <a:xfrm flipH="1">
                <a:off x="8476200" y="-17280"/>
                <a:ext cx="667440" cy="667440"/>
              </a:xfrm>
              <a:custGeom>
                <a:avLst/>
                <a:gdLst>
                  <a:gd name="textAreaLeft" fmla="*/ 360 w 667440"/>
                  <a:gd name="textAreaRight" fmla="*/ 668160 w 667440"/>
                  <a:gd name="textAreaTop" fmla="*/ 0 h 667440"/>
                  <a:gd name="textAreaBottom" fmla="*/ 66780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71" name="Google Shape;186;p17"/>
            <p:cNvGrpSpPr/>
            <p:nvPr/>
          </p:nvGrpSpPr>
          <p:grpSpPr>
            <a:xfrm>
              <a:off x="-11520" y="4492800"/>
              <a:ext cx="667440" cy="667440"/>
              <a:chOff x="-11520" y="4492800"/>
              <a:chExt cx="667440" cy="667440"/>
            </a:xfrm>
          </p:grpSpPr>
          <p:sp>
            <p:nvSpPr>
              <p:cNvPr id="72" name="Google Shape;187;p17"/>
              <p:cNvSpPr/>
              <p:nvPr/>
            </p:nvSpPr>
            <p:spPr>
              <a:xfrm flipV="1">
                <a:off x="-11160" y="4656600"/>
                <a:ext cx="667440" cy="502920"/>
              </a:xfrm>
              <a:custGeom>
                <a:avLst/>
                <a:gdLst>
                  <a:gd name="textAreaLeft" fmla="*/ 0 w 667440"/>
                  <a:gd name="textAreaRight" fmla="*/ 667800 w 667440"/>
                  <a:gd name="textAreaTop" fmla="*/ -360 h 502920"/>
                  <a:gd name="textAreaBottom" fmla="*/ 50292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73" name="Google Shape;188;p17"/>
              <p:cNvSpPr/>
              <p:nvPr/>
            </p:nvSpPr>
            <p:spPr>
              <a:xfrm flipV="1">
                <a:off x="-11160" y="4982400"/>
                <a:ext cx="660960" cy="177480"/>
              </a:xfrm>
              <a:custGeom>
                <a:avLst/>
                <a:gdLst>
                  <a:gd name="textAreaLeft" fmla="*/ 0 w 660960"/>
                  <a:gd name="textAreaRight" fmla="*/ 661320 w 660960"/>
                  <a:gd name="textAreaTop" fmla="*/ -360 h 177480"/>
                  <a:gd name="textAreaBottom" fmla="*/ 17748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74" name="Google Shape;189;p17"/>
              <p:cNvSpPr/>
              <p:nvPr/>
            </p:nvSpPr>
            <p:spPr>
              <a:xfrm flipV="1">
                <a:off x="-11160" y="4492800"/>
                <a:ext cx="667440" cy="667440"/>
              </a:xfrm>
              <a:custGeom>
                <a:avLst/>
                <a:gdLst>
                  <a:gd name="textAreaLeft" fmla="*/ 0 w 667440"/>
                  <a:gd name="textAreaRight" fmla="*/ 667800 w 667440"/>
                  <a:gd name="textAreaTop" fmla="*/ 360 h 667440"/>
                  <a:gd name="textAreaBottom" fmla="*/ 66816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75" name="Google Shape;190;p17"/>
          <p:cNvSpPr/>
          <p:nvPr/>
        </p:nvSpPr>
        <p:spPr>
          <a:xfrm>
            <a:off x="176040" y="213480"/>
            <a:ext cx="8791560" cy="471672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7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ctr">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77" name="Google Shape;202;p18"/>
          <p:cNvSpPr/>
          <p:nvPr/>
        </p:nvSpPr>
        <p:spPr>
          <a:xfrm>
            <a:off x="176040" y="213480"/>
            <a:ext cx="8791560" cy="471672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78" name="Google Shape;203;p18"/>
          <p:cNvGrpSpPr/>
          <p:nvPr/>
        </p:nvGrpSpPr>
        <p:grpSpPr>
          <a:xfrm>
            <a:off x="-140400" y="-128880"/>
            <a:ext cx="9424440" cy="5401080"/>
            <a:chOff x="-140400" y="-128880"/>
            <a:chExt cx="9424440" cy="5401080"/>
          </a:xfrm>
        </p:grpSpPr>
        <p:grpSp>
          <p:nvGrpSpPr>
            <p:cNvPr id="79" name="Google Shape;204;p18"/>
            <p:cNvGrpSpPr/>
            <p:nvPr/>
          </p:nvGrpSpPr>
          <p:grpSpPr>
            <a:xfrm>
              <a:off x="-140400" y="4734360"/>
              <a:ext cx="537480" cy="537840"/>
              <a:chOff x="-140400" y="4734360"/>
              <a:chExt cx="537480" cy="537840"/>
            </a:xfrm>
          </p:grpSpPr>
          <p:sp>
            <p:nvSpPr>
              <p:cNvPr id="80" name="Google Shape;205;p18"/>
              <p:cNvSpPr/>
              <p:nvPr/>
            </p:nvSpPr>
            <p:spPr>
              <a:xfrm rot="18900000">
                <a:off x="-61560" y="4813200"/>
                <a:ext cx="380160" cy="380160"/>
              </a:xfrm>
              <a:custGeom>
                <a:avLst/>
                <a:gdLst>
                  <a:gd name="textAreaLeft" fmla="*/ 0 w 380160"/>
                  <a:gd name="textAreaRight" fmla="*/ 380520 w 380160"/>
                  <a:gd name="textAreaTop" fmla="*/ 0 h 380160"/>
                  <a:gd name="textAreaBottom" fmla="*/ 380520 h 380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81" name="Google Shape;206;p18"/>
              <p:cNvSpPr/>
              <p:nvPr/>
            </p:nvSpPr>
            <p:spPr>
              <a:xfrm rot="18900000">
                <a:off x="-17640" y="4858200"/>
                <a:ext cx="290520" cy="289080"/>
              </a:xfrm>
              <a:custGeom>
                <a:avLst/>
                <a:gdLst>
                  <a:gd name="textAreaLeft" fmla="*/ 0 w 290520"/>
                  <a:gd name="textAreaRight" fmla="*/ 290880 w 290520"/>
                  <a:gd name="textAreaTop" fmla="*/ 0 h 289080"/>
                  <a:gd name="textAreaBottom" fmla="*/ 289440 h 28908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82" name="Google Shape;207;p18"/>
            <p:cNvGrpSpPr/>
            <p:nvPr/>
          </p:nvGrpSpPr>
          <p:grpSpPr>
            <a:xfrm>
              <a:off x="8746560" y="-128880"/>
              <a:ext cx="537480" cy="537840"/>
              <a:chOff x="8746560" y="-128880"/>
              <a:chExt cx="537480" cy="537840"/>
            </a:xfrm>
          </p:grpSpPr>
          <p:sp>
            <p:nvSpPr>
              <p:cNvPr id="83" name="Google Shape;208;p18"/>
              <p:cNvSpPr/>
              <p:nvPr/>
            </p:nvSpPr>
            <p:spPr>
              <a:xfrm rot="18900000">
                <a:off x="8825040" y="-49680"/>
                <a:ext cx="380160" cy="380160"/>
              </a:xfrm>
              <a:custGeom>
                <a:avLst/>
                <a:gdLst>
                  <a:gd name="textAreaLeft" fmla="*/ 0 w 380160"/>
                  <a:gd name="textAreaRight" fmla="*/ 380520 w 380160"/>
                  <a:gd name="textAreaTop" fmla="*/ 0 h 380160"/>
                  <a:gd name="textAreaBottom" fmla="*/ 380520 h 380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84" name="Google Shape;209;p18"/>
              <p:cNvSpPr/>
              <p:nvPr/>
            </p:nvSpPr>
            <p:spPr>
              <a:xfrm rot="18900000">
                <a:off x="8869320" y="-4680"/>
                <a:ext cx="290520" cy="289080"/>
              </a:xfrm>
              <a:custGeom>
                <a:avLst/>
                <a:gdLst>
                  <a:gd name="textAreaLeft" fmla="*/ 0 w 290520"/>
                  <a:gd name="textAreaRight" fmla="*/ 290880 w 290520"/>
                  <a:gd name="textAreaTop" fmla="*/ 0 h 289080"/>
                  <a:gd name="textAreaBottom" fmla="*/ 289440 h 28908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8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ctr">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86" name="Google Shape;220;p19"/>
          <p:cNvSpPr/>
          <p:nvPr/>
        </p:nvSpPr>
        <p:spPr>
          <a:xfrm>
            <a:off x="176040" y="213480"/>
            <a:ext cx="8791560" cy="471672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87" name="Google Shape;221;p19"/>
          <p:cNvGrpSpPr/>
          <p:nvPr/>
        </p:nvGrpSpPr>
        <p:grpSpPr>
          <a:xfrm>
            <a:off x="97920" y="115920"/>
            <a:ext cx="8947080" cy="4911480"/>
            <a:chOff x="97920" y="115920"/>
            <a:chExt cx="8947080" cy="4911480"/>
          </a:xfrm>
        </p:grpSpPr>
        <p:grpSp>
          <p:nvGrpSpPr>
            <p:cNvPr id="88" name="Google Shape;222;p19"/>
            <p:cNvGrpSpPr/>
            <p:nvPr/>
          </p:nvGrpSpPr>
          <p:grpSpPr>
            <a:xfrm>
              <a:off x="8733960" y="4725720"/>
              <a:ext cx="311040" cy="301680"/>
              <a:chOff x="8733960" y="4725720"/>
              <a:chExt cx="311040" cy="301680"/>
            </a:xfrm>
          </p:grpSpPr>
          <p:sp>
            <p:nvSpPr>
              <p:cNvPr id="89" name="Google Shape;223;p19"/>
              <p:cNvSpPr/>
              <p:nvPr/>
            </p:nvSpPr>
            <p:spPr>
              <a:xfrm flipH="1">
                <a:off x="8883000" y="472572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1">
                    <a:moveTo>
                      <a:pt x="0" y="230"/>
                    </a:moveTo>
                    <a:lnTo>
                      <a:pt x="0" y="212"/>
                    </a:lnTo>
                    <a:cubicBezTo>
                      <a:pt x="116" y="212"/>
                      <a:pt x="211" y="117"/>
                      <a:pt x="211" y="0"/>
                    </a:cubicBezTo>
                    <a:lnTo>
                      <a:pt x="229" y="0"/>
                    </a:lnTo>
                    <a:cubicBezTo>
                      <a:pt x="229" y="127"/>
                      <a:pt x="126" y="230"/>
                      <a:pt x="0" y="23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90" name="Google Shape;224;p19"/>
              <p:cNvSpPr/>
              <p:nvPr/>
            </p:nvSpPr>
            <p:spPr>
              <a:xfrm flipH="1">
                <a:off x="8883000" y="486576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229" y="229"/>
                    </a:moveTo>
                    <a:lnTo>
                      <a:pt x="212" y="229"/>
                    </a:lnTo>
                    <a:cubicBezTo>
                      <a:pt x="212" y="112"/>
                      <a:pt x="117" y="17"/>
                      <a:pt x="0" y="17"/>
                    </a:cubicBezTo>
                    <a:lnTo>
                      <a:pt x="0" y="0"/>
                    </a:lnTo>
                    <a:cubicBezTo>
                      <a:pt x="126" y="0"/>
                      <a:pt x="229" y="103"/>
                      <a:pt x="229"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91" name="Google Shape;225;p19"/>
              <p:cNvSpPr/>
              <p:nvPr/>
            </p:nvSpPr>
            <p:spPr>
              <a:xfrm flipH="1">
                <a:off x="8733600" y="486576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18" y="229"/>
                    </a:moveTo>
                    <a:lnTo>
                      <a:pt x="0" y="229"/>
                    </a:lnTo>
                    <a:cubicBezTo>
                      <a:pt x="0" y="102"/>
                      <a:pt x="103" y="0"/>
                      <a:pt x="229" y="0"/>
                    </a:cubicBezTo>
                    <a:lnTo>
                      <a:pt x="229" y="17"/>
                    </a:lnTo>
                    <a:cubicBezTo>
                      <a:pt x="113" y="17"/>
                      <a:pt x="18" y="112"/>
                      <a:pt x="18"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92" name="Google Shape;226;p19"/>
              <p:cNvSpPr/>
              <p:nvPr/>
            </p:nvSpPr>
            <p:spPr>
              <a:xfrm flipH="1">
                <a:off x="8733600" y="472572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229" y="229"/>
                    </a:moveTo>
                    <a:cubicBezTo>
                      <a:pt x="103" y="229"/>
                      <a:pt x="0" y="126"/>
                      <a:pt x="0" y="0"/>
                    </a:cubicBezTo>
                    <a:lnTo>
                      <a:pt x="17" y="0"/>
                    </a:lnTo>
                    <a:cubicBezTo>
                      <a:pt x="17" y="117"/>
                      <a:pt x="112" y="212"/>
                      <a:pt x="229" y="212"/>
                    </a:cubicBezTo>
                    <a:lnTo>
                      <a:pt x="229" y="229"/>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93" name="Google Shape;227;p19"/>
            <p:cNvGrpSpPr/>
            <p:nvPr/>
          </p:nvGrpSpPr>
          <p:grpSpPr>
            <a:xfrm>
              <a:off x="97920" y="115920"/>
              <a:ext cx="311040" cy="301680"/>
              <a:chOff x="97920" y="115920"/>
              <a:chExt cx="311040" cy="301680"/>
            </a:xfrm>
          </p:grpSpPr>
          <p:sp>
            <p:nvSpPr>
              <p:cNvPr id="94" name="Google Shape;228;p19"/>
              <p:cNvSpPr/>
              <p:nvPr/>
            </p:nvSpPr>
            <p:spPr>
              <a:xfrm flipH="1">
                <a:off x="246960" y="11592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1">
                    <a:moveTo>
                      <a:pt x="0" y="230"/>
                    </a:moveTo>
                    <a:lnTo>
                      <a:pt x="0" y="212"/>
                    </a:lnTo>
                    <a:cubicBezTo>
                      <a:pt x="116" y="212"/>
                      <a:pt x="211" y="117"/>
                      <a:pt x="211" y="0"/>
                    </a:cubicBezTo>
                    <a:lnTo>
                      <a:pt x="229" y="0"/>
                    </a:lnTo>
                    <a:cubicBezTo>
                      <a:pt x="229" y="127"/>
                      <a:pt x="126" y="230"/>
                      <a:pt x="0" y="23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95" name="Google Shape;229;p19"/>
              <p:cNvSpPr/>
              <p:nvPr/>
            </p:nvSpPr>
            <p:spPr>
              <a:xfrm flipH="1">
                <a:off x="246960" y="25596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229" y="229"/>
                    </a:moveTo>
                    <a:lnTo>
                      <a:pt x="212" y="229"/>
                    </a:lnTo>
                    <a:cubicBezTo>
                      <a:pt x="212" y="112"/>
                      <a:pt x="117" y="17"/>
                      <a:pt x="0" y="17"/>
                    </a:cubicBezTo>
                    <a:lnTo>
                      <a:pt x="0" y="0"/>
                    </a:lnTo>
                    <a:cubicBezTo>
                      <a:pt x="126" y="0"/>
                      <a:pt x="229" y="103"/>
                      <a:pt x="229"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96" name="Google Shape;230;p19"/>
              <p:cNvSpPr/>
              <p:nvPr/>
            </p:nvSpPr>
            <p:spPr>
              <a:xfrm flipH="1">
                <a:off x="97560" y="25596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18" y="229"/>
                    </a:moveTo>
                    <a:lnTo>
                      <a:pt x="0" y="229"/>
                    </a:lnTo>
                    <a:cubicBezTo>
                      <a:pt x="0" y="102"/>
                      <a:pt x="103" y="0"/>
                      <a:pt x="229" y="0"/>
                    </a:cubicBezTo>
                    <a:lnTo>
                      <a:pt x="229" y="17"/>
                    </a:lnTo>
                    <a:cubicBezTo>
                      <a:pt x="113" y="17"/>
                      <a:pt x="18" y="112"/>
                      <a:pt x="18"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97" name="Google Shape;231;p19"/>
              <p:cNvSpPr/>
              <p:nvPr/>
            </p:nvSpPr>
            <p:spPr>
              <a:xfrm flipH="1">
                <a:off x="97560" y="11592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229" y="229"/>
                    </a:moveTo>
                    <a:cubicBezTo>
                      <a:pt x="103" y="229"/>
                      <a:pt x="0" y="126"/>
                      <a:pt x="0" y="0"/>
                    </a:cubicBezTo>
                    <a:lnTo>
                      <a:pt x="17" y="0"/>
                    </a:lnTo>
                    <a:cubicBezTo>
                      <a:pt x="17" y="117"/>
                      <a:pt x="112" y="212"/>
                      <a:pt x="229" y="212"/>
                    </a:cubicBezTo>
                    <a:lnTo>
                      <a:pt x="229" y="229"/>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9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ctr">
            <a:noAutofit/>
          </a:bodyPr>
          <a:lstStyle/>
          <a:p>
            <a:pPr indent="0">
              <a:buNone/>
            </a:pPr>
            <a:r>
              <a:rPr lang="fr-FR" sz="3500" b="0" strike="noStrike" spc="-1">
                <a:solidFill>
                  <a:schemeClr val="dk1"/>
                </a:solidFill>
                <a:latin typeface="Arial"/>
              </a:rPr>
              <a:t>Click to edit the title text format</a:t>
            </a:r>
          </a:p>
        </p:txBody>
      </p:sp>
      <p:sp>
        <p:nvSpPr>
          <p:cNvPr id="99" name="PlaceHolder 2"/>
          <p:cNvSpPr>
            <a:spLocks noGrp="1"/>
          </p:cNvSpPr>
          <p:nvPr>
            <p:ph type="title"/>
          </p:nvPr>
        </p:nvSpPr>
        <p:spPr>
          <a:xfrm>
            <a:off x="6896160" y="1223280"/>
            <a:ext cx="630720" cy="630720"/>
          </a:xfrm>
          <a:prstGeom prst="rect">
            <a:avLst/>
          </a:prstGeom>
          <a:noFill/>
          <a:ln w="0">
            <a:noFill/>
          </a:ln>
        </p:spPr>
        <p:txBody>
          <a:bodyPr lIns="91440" tIns="91440" rIns="91440" bIns="91440" anchor="ctr">
            <a:noAutofit/>
          </a:bodyPr>
          <a:lstStyle/>
          <a:p>
            <a:pPr indent="0" algn="ctr">
              <a:lnSpc>
                <a:spcPct val="100000"/>
              </a:lnSpc>
              <a:buNone/>
            </a:pPr>
            <a:r>
              <a:rPr lang="fr-FR" sz="3500" b="0" strike="noStrike" spc="-1">
                <a:solidFill>
                  <a:schemeClr val="dk1"/>
                </a:solidFill>
                <a:latin typeface="Sorts Mill Goudy"/>
                <a:ea typeface="Sorts Mill Goudy"/>
              </a:rPr>
              <a:t>xx%</a:t>
            </a:r>
            <a:endParaRPr lang="fr-FR" sz="3500" b="0" strike="noStrike" spc="-1">
              <a:solidFill>
                <a:schemeClr val="dk1"/>
              </a:solidFill>
              <a:latin typeface="Arial"/>
            </a:endParaRPr>
          </a:p>
        </p:txBody>
      </p:sp>
      <p:sp>
        <p:nvSpPr>
          <p:cNvPr id="100" name="PlaceHolder 3"/>
          <p:cNvSpPr>
            <a:spLocks noGrp="1"/>
          </p:cNvSpPr>
          <p:nvPr>
            <p:ph type="title"/>
          </p:nvPr>
        </p:nvSpPr>
        <p:spPr>
          <a:xfrm>
            <a:off x="2936880" y="2955240"/>
            <a:ext cx="630720" cy="630720"/>
          </a:xfrm>
          <a:prstGeom prst="rect">
            <a:avLst/>
          </a:prstGeom>
          <a:noFill/>
          <a:ln w="0">
            <a:noFill/>
          </a:ln>
        </p:spPr>
        <p:txBody>
          <a:bodyPr lIns="91440" tIns="91440" rIns="91440" bIns="91440" anchor="ctr">
            <a:noAutofit/>
          </a:bodyPr>
          <a:lstStyle/>
          <a:p>
            <a:pPr indent="0" algn="ctr">
              <a:lnSpc>
                <a:spcPct val="100000"/>
              </a:lnSpc>
              <a:buNone/>
            </a:pPr>
            <a:r>
              <a:rPr lang="fr-FR" sz="3500" b="0" strike="noStrike" spc="-1">
                <a:solidFill>
                  <a:schemeClr val="dk1"/>
                </a:solidFill>
                <a:latin typeface="Sorts Mill Goudy"/>
                <a:ea typeface="Sorts Mill Goudy"/>
              </a:rPr>
              <a:t>xx%</a:t>
            </a:r>
            <a:endParaRPr lang="fr-FR" sz="3500" b="0" strike="noStrike" spc="-1">
              <a:solidFill>
                <a:schemeClr val="dk1"/>
              </a:solidFill>
              <a:latin typeface="Arial"/>
            </a:endParaRPr>
          </a:p>
        </p:txBody>
      </p:sp>
      <p:sp>
        <p:nvSpPr>
          <p:cNvPr id="101" name="PlaceHolder 4"/>
          <p:cNvSpPr>
            <a:spLocks noGrp="1"/>
          </p:cNvSpPr>
          <p:nvPr>
            <p:ph type="title"/>
          </p:nvPr>
        </p:nvSpPr>
        <p:spPr>
          <a:xfrm>
            <a:off x="5576400" y="2955240"/>
            <a:ext cx="630720" cy="630720"/>
          </a:xfrm>
          <a:prstGeom prst="rect">
            <a:avLst/>
          </a:prstGeom>
          <a:noFill/>
          <a:ln w="0">
            <a:noFill/>
          </a:ln>
        </p:spPr>
        <p:txBody>
          <a:bodyPr lIns="91440" tIns="91440" rIns="91440" bIns="91440" anchor="ctr">
            <a:noAutofit/>
          </a:bodyPr>
          <a:lstStyle/>
          <a:p>
            <a:pPr indent="0" algn="ctr">
              <a:lnSpc>
                <a:spcPct val="100000"/>
              </a:lnSpc>
              <a:buNone/>
            </a:pPr>
            <a:r>
              <a:rPr lang="fr-FR" sz="3500" b="0" strike="noStrike" spc="-1">
                <a:solidFill>
                  <a:schemeClr val="dk1"/>
                </a:solidFill>
                <a:latin typeface="Sorts Mill Goudy"/>
                <a:ea typeface="Sorts Mill Goudy"/>
              </a:rPr>
              <a:t>xx%</a:t>
            </a:r>
            <a:endParaRPr lang="fr-FR" sz="3500" b="0" strike="noStrike" spc="-1">
              <a:solidFill>
                <a:schemeClr val="dk1"/>
              </a:solidFill>
              <a:latin typeface="Arial"/>
            </a:endParaRPr>
          </a:p>
        </p:txBody>
      </p:sp>
      <p:sp>
        <p:nvSpPr>
          <p:cNvPr id="102" name="PlaceHolder 5"/>
          <p:cNvSpPr>
            <a:spLocks noGrp="1"/>
          </p:cNvSpPr>
          <p:nvPr>
            <p:ph type="title"/>
          </p:nvPr>
        </p:nvSpPr>
        <p:spPr>
          <a:xfrm>
            <a:off x="1617120" y="1223280"/>
            <a:ext cx="630720" cy="630720"/>
          </a:xfrm>
          <a:prstGeom prst="rect">
            <a:avLst/>
          </a:prstGeom>
          <a:noFill/>
          <a:ln w="0">
            <a:noFill/>
          </a:ln>
        </p:spPr>
        <p:txBody>
          <a:bodyPr lIns="91440" tIns="91440" rIns="91440" bIns="91440" anchor="ctr">
            <a:noAutofit/>
          </a:bodyPr>
          <a:lstStyle/>
          <a:p>
            <a:pPr indent="0" algn="ctr">
              <a:lnSpc>
                <a:spcPct val="100000"/>
              </a:lnSpc>
              <a:buNone/>
            </a:pPr>
            <a:r>
              <a:rPr lang="fr-FR" sz="3500" b="0" strike="noStrike" spc="-1">
                <a:solidFill>
                  <a:schemeClr val="dk1"/>
                </a:solidFill>
                <a:latin typeface="Sorts Mill Goudy"/>
                <a:ea typeface="Sorts Mill Goudy"/>
              </a:rPr>
              <a:t>xx%</a:t>
            </a:r>
            <a:endParaRPr lang="fr-FR" sz="3500" b="0" strike="noStrike" spc="-1">
              <a:solidFill>
                <a:schemeClr val="dk1"/>
              </a:solidFill>
              <a:latin typeface="Arial"/>
            </a:endParaRPr>
          </a:p>
        </p:txBody>
      </p:sp>
      <p:sp>
        <p:nvSpPr>
          <p:cNvPr id="103" name="PlaceHolder 6"/>
          <p:cNvSpPr>
            <a:spLocks noGrp="1"/>
          </p:cNvSpPr>
          <p:nvPr>
            <p:ph type="title"/>
          </p:nvPr>
        </p:nvSpPr>
        <p:spPr>
          <a:xfrm>
            <a:off x="4256640" y="1223280"/>
            <a:ext cx="630720" cy="630720"/>
          </a:xfrm>
          <a:prstGeom prst="rect">
            <a:avLst/>
          </a:prstGeom>
          <a:noFill/>
          <a:ln w="0">
            <a:noFill/>
          </a:ln>
        </p:spPr>
        <p:txBody>
          <a:bodyPr lIns="91440" tIns="91440" rIns="91440" bIns="91440" anchor="ctr">
            <a:noAutofit/>
          </a:bodyPr>
          <a:lstStyle/>
          <a:p>
            <a:pPr indent="0" algn="ctr">
              <a:lnSpc>
                <a:spcPct val="100000"/>
              </a:lnSpc>
              <a:buNone/>
            </a:pPr>
            <a:r>
              <a:rPr lang="fr-FR" sz="3500" b="0" strike="noStrike" spc="-1">
                <a:solidFill>
                  <a:schemeClr val="dk1"/>
                </a:solidFill>
                <a:latin typeface="Sorts Mill Goudy"/>
                <a:ea typeface="Sorts Mill Goudy"/>
              </a:rPr>
              <a:t>xx%</a:t>
            </a:r>
            <a:endParaRPr lang="fr-FR" sz="35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4" name="Google Shape;249;p20"/>
          <p:cNvGrpSpPr/>
          <p:nvPr/>
        </p:nvGrpSpPr>
        <p:grpSpPr>
          <a:xfrm>
            <a:off x="-11520" y="-17280"/>
            <a:ext cx="9155160" cy="5177520"/>
            <a:chOff x="-11520" y="-17280"/>
            <a:chExt cx="9155160" cy="5177520"/>
          </a:xfrm>
        </p:grpSpPr>
        <p:grpSp>
          <p:nvGrpSpPr>
            <p:cNvPr id="105" name="Google Shape;250;p20"/>
            <p:cNvGrpSpPr/>
            <p:nvPr/>
          </p:nvGrpSpPr>
          <p:grpSpPr>
            <a:xfrm>
              <a:off x="8476200" y="-17280"/>
              <a:ext cx="667440" cy="667440"/>
              <a:chOff x="8476200" y="-17280"/>
              <a:chExt cx="667440" cy="667440"/>
            </a:xfrm>
          </p:grpSpPr>
          <p:sp>
            <p:nvSpPr>
              <p:cNvPr id="106" name="Google Shape;251;p20"/>
              <p:cNvSpPr/>
              <p:nvPr/>
            </p:nvSpPr>
            <p:spPr>
              <a:xfrm flipH="1">
                <a:off x="8476200" y="-17280"/>
                <a:ext cx="667440" cy="502920"/>
              </a:xfrm>
              <a:custGeom>
                <a:avLst/>
                <a:gdLst>
                  <a:gd name="textAreaLeft" fmla="*/ 360 w 667440"/>
                  <a:gd name="textAreaRight" fmla="*/ 668160 w 667440"/>
                  <a:gd name="textAreaTop" fmla="*/ 0 h 502920"/>
                  <a:gd name="textAreaBottom" fmla="*/ 50328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07" name="Google Shape;252;p20"/>
              <p:cNvSpPr/>
              <p:nvPr/>
            </p:nvSpPr>
            <p:spPr>
              <a:xfrm flipH="1">
                <a:off x="8482680" y="-17280"/>
                <a:ext cx="660960" cy="177480"/>
              </a:xfrm>
              <a:custGeom>
                <a:avLst/>
                <a:gdLst>
                  <a:gd name="textAreaLeft" fmla="*/ 360 w 660960"/>
                  <a:gd name="textAreaRight" fmla="*/ 661680 w 660960"/>
                  <a:gd name="textAreaTop" fmla="*/ 0 h 177480"/>
                  <a:gd name="textAreaBottom" fmla="*/ 17784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08" name="Google Shape;253;p20"/>
              <p:cNvSpPr/>
              <p:nvPr/>
            </p:nvSpPr>
            <p:spPr>
              <a:xfrm flipH="1">
                <a:off x="8476200" y="-17280"/>
                <a:ext cx="667440" cy="667440"/>
              </a:xfrm>
              <a:custGeom>
                <a:avLst/>
                <a:gdLst>
                  <a:gd name="textAreaLeft" fmla="*/ 360 w 667440"/>
                  <a:gd name="textAreaRight" fmla="*/ 668160 w 667440"/>
                  <a:gd name="textAreaTop" fmla="*/ 0 h 667440"/>
                  <a:gd name="textAreaBottom" fmla="*/ 66780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109" name="Google Shape;254;p20"/>
            <p:cNvGrpSpPr/>
            <p:nvPr/>
          </p:nvGrpSpPr>
          <p:grpSpPr>
            <a:xfrm>
              <a:off x="-11520" y="4492800"/>
              <a:ext cx="667440" cy="667440"/>
              <a:chOff x="-11520" y="4492800"/>
              <a:chExt cx="667440" cy="667440"/>
            </a:xfrm>
          </p:grpSpPr>
          <p:sp>
            <p:nvSpPr>
              <p:cNvPr id="110" name="Google Shape;255;p20"/>
              <p:cNvSpPr/>
              <p:nvPr/>
            </p:nvSpPr>
            <p:spPr>
              <a:xfrm flipV="1">
                <a:off x="-11160" y="4656600"/>
                <a:ext cx="667440" cy="502920"/>
              </a:xfrm>
              <a:custGeom>
                <a:avLst/>
                <a:gdLst>
                  <a:gd name="textAreaLeft" fmla="*/ 0 w 667440"/>
                  <a:gd name="textAreaRight" fmla="*/ 667800 w 667440"/>
                  <a:gd name="textAreaTop" fmla="*/ -360 h 502920"/>
                  <a:gd name="textAreaBottom" fmla="*/ 50292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11" name="Google Shape;256;p20"/>
              <p:cNvSpPr/>
              <p:nvPr/>
            </p:nvSpPr>
            <p:spPr>
              <a:xfrm flipV="1">
                <a:off x="-11160" y="4982400"/>
                <a:ext cx="660960" cy="177480"/>
              </a:xfrm>
              <a:custGeom>
                <a:avLst/>
                <a:gdLst>
                  <a:gd name="textAreaLeft" fmla="*/ 0 w 660960"/>
                  <a:gd name="textAreaRight" fmla="*/ 661320 w 660960"/>
                  <a:gd name="textAreaTop" fmla="*/ -360 h 177480"/>
                  <a:gd name="textAreaBottom" fmla="*/ 17748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12" name="Google Shape;257;p20"/>
              <p:cNvSpPr/>
              <p:nvPr/>
            </p:nvSpPr>
            <p:spPr>
              <a:xfrm flipV="1">
                <a:off x="-11160" y="4492800"/>
                <a:ext cx="667440" cy="667440"/>
              </a:xfrm>
              <a:custGeom>
                <a:avLst/>
                <a:gdLst>
                  <a:gd name="textAreaLeft" fmla="*/ 0 w 667440"/>
                  <a:gd name="textAreaRight" fmla="*/ 667800 w 667440"/>
                  <a:gd name="textAreaTop" fmla="*/ 360 h 667440"/>
                  <a:gd name="textAreaBottom" fmla="*/ 66816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113" name="Google Shape;258;p20"/>
          <p:cNvSpPr/>
          <p:nvPr/>
        </p:nvSpPr>
        <p:spPr>
          <a:xfrm>
            <a:off x="176040" y="213480"/>
            <a:ext cx="8791560" cy="471672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1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ctr">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15" name="Google Shape;22;p3"/>
          <p:cNvSpPr/>
          <p:nvPr/>
        </p:nvSpPr>
        <p:spPr>
          <a:xfrm>
            <a:off x="176040" y="453600"/>
            <a:ext cx="8791560" cy="423576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116" name="Google Shape;23;p3"/>
          <p:cNvGrpSpPr/>
          <p:nvPr/>
        </p:nvGrpSpPr>
        <p:grpSpPr>
          <a:xfrm>
            <a:off x="-11520" y="-17280"/>
            <a:ext cx="9155160" cy="5177520"/>
            <a:chOff x="-11520" y="-17280"/>
            <a:chExt cx="9155160" cy="5177520"/>
          </a:xfrm>
        </p:grpSpPr>
        <p:grpSp>
          <p:nvGrpSpPr>
            <p:cNvPr id="117" name="Google Shape;24;p3"/>
            <p:cNvGrpSpPr/>
            <p:nvPr/>
          </p:nvGrpSpPr>
          <p:grpSpPr>
            <a:xfrm>
              <a:off x="8476200" y="-17280"/>
              <a:ext cx="667440" cy="667440"/>
              <a:chOff x="8476200" y="-17280"/>
              <a:chExt cx="667440" cy="667440"/>
            </a:xfrm>
          </p:grpSpPr>
          <p:sp>
            <p:nvSpPr>
              <p:cNvPr id="118" name="Google Shape;25;p3"/>
              <p:cNvSpPr/>
              <p:nvPr/>
            </p:nvSpPr>
            <p:spPr>
              <a:xfrm flipH="1">
                <a:off x="8476200" y="-17280"/>
                <a:ext cx="667440" cy="502920"/>
              </a:xfrm>
              <a:custGeom>
                <a:avLst/>
                <a:gdLst>
                  <a:gd name="textAreaLeft" fmla="*/ 360 w 667440"/>
                  <a:gd name="textAreaRight" fmla="*/ 668160 w 667440"/>
                  <a:gd name="textAreaTop" fmla="*/ 0 h 502920"/>
                  <a:gd name="textAreaBottom" fmla="*/ 50328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19" name="Google Shape;26;p3"/>
              <p:cNvSpPr/>
              <p:nvPr/>
            </p:nvSpPr>
            <p:spPr>
              <a:xfrm flipH="1">
                <a:off x="8482680" y="-17280"/>
                <a:ext cx="660960" cy="177480"/>
              </a:xfrm>
              <a:custGeom>
                <a:avLst/>
                <a:gdLst>
                  <a:gd name="textAreaLeft" fmla="*/ 360 w 660960"/>
                  <a:gd name="textAreaRight" fmla="*/ 661680 w 660960"/>
                  <a:gd name="textAreaTop" fmla="*/ 0 h 177480"/>
                  <a:gd name="textAreaBottom" fmla="*/ 17784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20" name="Google Shape;27;p3"/>
              <p:cNvSpPr/>
              <p:nvPr/>
            </p:nvSpPr>
            <p:spPr>
              <a:xfrm flipH="1">
                <a:off x="8476200" y="-17280"/>
                <a:ext cx="667440" cy="667440"/>
              </a:xfrm>
              <a:custGeom>
                <a:avLst/>
                <a:gdLst>
                  <a:gd name="textAreaLeft" fmla="*/ 360 w 667440"/>
                  <a:gd name="textAreaRight" fmla="*/ 668160 w 667440"/>
                  <a:gd name="textAreaTop" fmla="*/ 0 h 667440"/>
                  <a:gd name="textAreaBottom" fmla="*/ 66780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121" name="Google Shape;28;p3"/>
            <p:cNvGrpSpPr/>
            <p:nvPr/>
          </p:nvGrpSpPr>
          <p:grpSpPr>
            <a:xfrm>
              <a:off x="-11520" y="4492800"/>
              <a:ext cx="667440" cy="667440"/>
              <a:chOff x="-11520" y="4492800"/>
              <a:chExt cx="667440" cy="667440"/>
            </a:xfrm>
          </p:grpSpPr>
          <p:sp>
            <p:nvSpPr>
              <p:cNvPr id="122" name="Google Shape;29;p3"/>
              <p:cNvSpPr/>
              <p:nvPr/>
            </p:nvSpPr>
            <p:spPr>
              <a:xfrm flipV="1">
                <a:off x="-11160" y="4656600"/>
                <a:ext cx="667440" cy="502920"/>
              </a:xfrm>
              <a:custGeom>
                <a:avLst/>
                <a:gdLst>
                  <a:gd name="textAreaLeft" fmla="*/ 0 w 667440"/>
                  <a:gd name="textAreaRight" fmla="*/ 667800 w 667440"/>
                  <a:gd name="textAreaTop" fmla="*/ -360 h 502920"/>
                  <a:gd name="textAreaBottom" fmla="*/ 50292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23" name="Google Shape;30;p3"/>
              <p:cNvSpPr/>
              <p:nvPr/>
            </p:nvSpPr>
            <p:spPr>
              <a:xfrm flipV="1">
                <a:off x="-11160" y="4982400"/>
                <a:ext cx="660960" cy="177480"/>
              </a:xfrm>
              <a:custGeom>
                <a:avLst/>
                <a:gdLst>
                  <a:gd name="textAreaLeft" fmla="*/ 0 w 660960"/>
                  <a:gd name="textAreaRight" fmla="*/ 661320 w 660960"/>
                  <a:gd name="textAreaTop" fmla="*/ -360 h 177480"/>
                  <a:gd name="textAreaBottom" fmla="*/ 17748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24" name="Google Shape;31;p3"/>
              <p:cNvSpPr/>
              <p:nvPr/>
            </p:nvSpPr>
            <p:spPr>
              <a:xfrm flipV="1">
                <a:off x="-11160" y="4492800"/>
                <a:ext cx="667440" cy="667440"/>
              </a:xfrm>
              <a:custGeom>
                <a:avLst/>
                <a:gdLst>
                  <a:gd name="textAreaLeft" fmla="*/ 0 w 667440"/>
                  <a:gd name="textAreaRight" fmla="*/ 667800 w 667440"/>
                  <a:gd name="textAreaTop" fmla="*/ 360 h 667440"/>
                  <a:gd name="textAreaBottom" fmla="*/ 66816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125" name="PlaceHolder 1"/>
          <p:cNvSpPr>
            <a:spLocks noGrp="1"/>
          </p:cNvSpPr>
          <p:nvPr>
            <p:ph type="title"/>
          </p:nvPr>
        </p:nvSpPr>
        <p:spPr>
          <a:xfrm>
            <a:off x="1752840" y="2251800"/>
            <a:ext cx="5637960" cy="819720"/>
          </a:xfrm>
          <a:prstGeom prst="rect">
            <a:avLst/>
          </a:prstGeom>
          <a:noFill/>
          <a:ln w="0">
            <a:noFill/>
          </a:ln>
        </p:spPr>
        <p:txBody>
          <a:bodyPr lIns="91440" tIns="91440" rIns="91440" bIns="91440" anchor="b">
            <a:noAutofit/>
          </a:bodyPr>
          <a:lstStyle/>
          <a:p>
            <a:pPr indent="0">
              <a:buNone/>
            </a:pPr>
            <a:r>
              <a:rPr lang="fr-FR" sz="5000" b="0" strike="noStrike" spc="-1">
                <a:solidFill>
                  <a:schemeClr val="dk1"/>
                </a:solidFill>
                <a:latin typeface="Arial"/>
              </a:rPr>
              <a:t>Click to edit the title text format</a:t>
            </a:r>
          </a:p>
        </p:txBody>
      </p:sp>
      <p:sp>
        <p:nvSpPr>
          <p:cNvPr id="126" name="PlaceHolder 2"/>
          <p:cNvSpPr>
            <a:spLocks noGrp="1"/>
          </p:cNvSpPr>
          <p:nvPr>
            <p:ph type="title"/>
          </p:nvPr>
        </p:nvSpPr>
        <p:spPr>
          <a:xfrm>
            <a:off x="3794040" y="1282680"/>
            <a:ext cx="1555920" cy="969120"/>
          </a:xfrm>
          <a:prstGeom prst="rect">
            <a:avLst/>
          </a:prstGeom>
          <a:noFill/>
          <a:ln w="0">
            <a:noFill/>
          </a:ln>
        </p:spPr>
        <p:txBody>
          <a:bodyPr lIns="91440" tIns="91440" rIns="91440" bIns="91440" anchor="ctr">
            <a:noAutofit/>
          </a:bodyPr>
          <a:lstStyle/>
          <a:p>
            <a:pPr indent="0" algn="ctr">
              <a:lnSpc>
                <a:spcPct val="100000"/>
              </a:lnSpc>
              <a:buNone/>
            </a:pPr>
            <a:r>
              <a:rPr lang="fr-FR" sz="6000" b="0" strike="noStrike" spc="-1">
                <a:solidFill>
                  <a:schemeClr val="dk1"/>
                </a:solidFill>
                <a:latin typeface="Sorts Mill Goudy"/>
                <a:ea typeface="Sorts Mill Goudy"/>
              </a:rPr>
              <a:t>xx%</a:t>
            </a:r>
            <a:endParaRPr lang="fr-FR" sz="6000" b="0" strike="noStrike" spc="-1">
              <a:solidFill>
                <a:schemeClr val="dk1"/>
              </a:solidFill>
              <a:latin typeface="Arial"/>
            </a:endParaRPr>
          </a:p>
        </p:txBody>
      </p:sp>
      <p:sp>
        <p:nvSpPr>
          <p:cNvPr id="127"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39" name="Google Shape;285;p22"/>
          <p:cNvSpPr/>
          <p:nvPr/>
        </p:nvSpPr>
        <p:spPr>
          <a:xfrm>
            <a:off x="176040" y="453600"/>
            <a:ext cx="8791560" cy="423576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140" name="Google Shape;286;p22"/>
          <p:cNvGrpSpPr/>
          <p:nvPr/>
        </p:nvGrpSpPr>
        <p:grpSpPr>
          <a:xfrm>
            <a:off x="-11520" y="0"/>
            <a:ext cx="9155520" cy="5178240"/>
            <a:chOff x="-11520" y="0"/>
            <a:chExt cx="9155520" cy="5178240"/>
          </a:xfrm>
        </p:grpSpPr>
        <p:grpSp>
          <p:nvGrpSpPr>
            <p:cNvPr id="141" name="Google Shape;287;p22"/>
            <p:cNvGrpSpPr/>
            <p:nvPr/>
          </p:nvGrpSpPr>
          <p:grpSpPr>
            <a:xfrm>
              <a:off x="-11520" y="0"/>
              <a:ext cx="667440" cy="667440"/>
              <a:chOff x="-11520" y="0"/>
              <a:chExt cx="667440" cy="667440"/>
            </a:xfrm>
          </p:grpSpPr>
          <p:sp>
            <p:nvSpPr>
              <p:cNvPr id="142" name="Google Shape;288;p22"/>
              <p:cNvSpPr/>
              <p:nvPr/>
            </p:nvSpPr>
            <p:spPr>
              <a:xfrm>
                <a:off x="-11520" y="0"/>
                <a:ext cx="667440" cy="502920"/>
              </a:xfrm>
              <a:custGeom>
                <a:avLst/>
                <a:gdLst>
                  <a:gd name="textAreaLeft" fmla="*/ 0 w 667440"/>
                  <a:gd name="textAreaRight" fmla="*/ 667800 w 667440"/>
                  <a:gd name="textAreaTop" fmla="*/ 0 h 502920"/>
                  <a:gd name="textAreaBottom" fmla="*/ 50328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43" name="Google Shape;289;p22"/>
              <p:cNvSpPr/>
              <p:nvPr/>
            </p:nvSpPr>
            <p:spPr>
              <a:xfrm>
                <a:off x="-11520" y="0"/>
                <a:ext cx="660960" cy="177480"/>
              </a:xfrm>
              <a:custGeom>
                <a:avLst/>
                <a:gdLst>
                  <a:gd name="textAreaLeft" fmla="*/ 0 w 660960"/>
                  <a:gd name="textAreaRight" fmla="*/ 661320 w 660960"/>
                  <a:gd name="textAreaTop" fmla="*/ 0 h 177480"/>
                  <a:gd name="textAreaBottom" fmla="*/ 17784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44" name="Google Shape;290;p22"/>
              <p:cNvSpPr/>
              <p:nvPr/>
            </p:nvSpPr>
            <p:spPr>
              <a:xfrm>
                <a:off x="-11520" y="0"/>
                <a:ext cx="667440" cy="667440"/>
              </a:xfrm>
              <a:custGeom>
                <a:avLst/>
                <a:gdLst>
                  <a:gd name="textAreaLeft" fmla="*/ 0 w 667440"/>
                  <a:gd name="textAreaRight" fmla="*/ 667800 w 667440"/>
                  <a:gd name="textAreaTop" fmla="*/ 0 h 667440"/>
                  <a:gd name="textAreaBottom" fmla="*/ 66780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145" name="Google Shape;291;p22"/>
            <p:cNvGrpSpPr/>
            <p:nvPr/>
          </p:nvGrpSpPr>
          <p:grpSpPr>
            <a:xfrm>
              <a:off x="8476560" y="4510800"/>
              <a:ext cx="667440" cy="667440"/>
              <a:chOff x="8476560" y="4510800"/>
              <a:chExt cx="667440" cy="667440"/>
            </a:xfrm>
          </p:grpSpPr>
          <p:sp>
            <p:nvSpPr>
              <p:cNvPr id="146" name="Google Shape;292;p22"/>
              <p:cNvSpPr/>
              <p:nvPr/>
            </p:nvSpPr>
            <p:spPr>
              <a:xfrm rot="10800000">
                <a:off x="8476560" y="4675320"/>
                <a:ext cx="667440" cy="502920"/>
              </a:xfrm>
              <a:custGeom>
                <a:avLst/>
                <a:gdLst>
                  <a:gd name="textAreaLeft" fmla="*/ 0 w 667440"/>
                  <a:gd name="textAreaRight" fmla="*/ 667800 w 667440"/>
                  <a:gd name="textAreaTop" fmla="*/ 0 h 502920"/>
                  <a:gd name="textAreaBottom" fmla="*/ 50328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47" name="Google Shape;293;p22"/>
              <p:cNvSpPr/>
              <p:nvPr/>
            </p:nvSpPr>
            <p:spPr>
              <a:xfrm rot="10800000">
                <a:off x="8483040" y="5000760"/>
                <a:ext cx="660960" cy="177480"/>
              </a:xfrm>
              <a:custGeom>
                <a:avLst/>
                <a:gdLst>
                  <a:gd name="textAreaLeft" fmla="*/ 0 w 660960"/>
                  <a:gd name="textAreaRight" fmla="*/ 661320 w 660960"/>
                  <a:gd name="textAreaTop" fmla="*/ 0 h 177480"/>
                  <a:gd name="textAreaBottom" fmla="*/ 17784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48" name="Google Shape;294;p22"/>
              <p:cNvSpPr/>
              <p:nvPr/>
            </p:nvSpPr>
            <p:spPr>
              <a:xfrm rot="10800000">
                <a:off x="8476560" y="4510800"/>
                <a:ext cx="667440" cy="667440"/>
              </a:xfrm>
              <a:custGeom>
                <a:avLst/>
                <a:gdLst>
                  <a:gd name="textAreaLeft" fmla="*/ 0 w 667440"/>
                  <a:gd name="textAreaRight" fmla="*/ 667800 w 667440"/>
                  <a:gd name="textAreaTop" fmla="*/ 0 h 667440"/>
                  <a:gd name="textAreaBottom" fmla="*/ 66780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49" name="Google Shape;296;p23"/>
          <p:cNvSpPr/>
          <p:nvPr/>
        </p:nvSpPr>
        <p:spPr>
          <a:xfrm>
            <a:off x="176040" y="213480"/>
            <a:ext cx="8791560" cy="471672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150" name="Google Shape;297;p23"/>
          <p:cNvGrpSpPr/>
          <p:nvPr/>
        </p:nvGrpSpPr>
        <p:grpSpPr>
          <a:xfrm>
            <a:off x="-140400" y="-128880"/>
            <a:ext cx="9424440" cy="5401080"/>
            <a:chOff x="-140400" y="-128880"/>
            <a:chExt cx="9424440" cy="5401080"/>
          </a:xfrm>
        </p:grpSpPr>
        <p:grpSp>
          <p:nvGrpSpPr>
            <p:cNvPr id="151" name="Google Shape;298;p23"/>
            <p:cNvGrpSpPr/>
            <p:nvPr/>
          </p:nvGrpSpPr>
          <p:grpSpPr>
            <a:xfrm>
              <a:off x="-140400" y="4734360"/>
              <a:ext cx="537480" cy="537840"/>
              <a:chOff x="-140400" y="4734360"/>
              <a:chExt cx="537480" cy="537840"/>
            </a:xfrm>
          </p:grpSpPr>
          <p:sp>
            <p:nvSpPr>
              <p:cNvPr id="152" name="Google Shape;299;p23"/>
              <p:cNvSpPr/>
              <p:nvPr/>
            </p:nvSpPr>
            <p:spPr>
              <a:xfrm rot="18900000">
                <a:off x="-61560" y="4813200"/>
                <a:ext cx="380160" cy="380160"/>
              </a:xfrm>
              <a:custGeom>
                <a:avLst/>
                <a:gdLst>
                  <a:gd name="textAreaLeft" fmla="*/ 0 w 380160"/>
                  <a:gd name="textAreaRight" fmla="*/ 380520 w 380160"/>
                  <a:gd name="textAreaTop" fmla="*/ 0 h 380160"/>
                  <a:gd name="textAreaBottom" fmla="*/ 380520 h 380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53" name="Google Shape;300;p23"/>
              <p:cNvSpPr/>
              <p:nvPr/>
            </p:nvSpPr>
            <p:spPr>
              <a:xfrm rot="18900000">
                <a:off x="-17640" y="4858200"/>
                <a:ext cx="290520" cy="289080"/>
              </a:xfrm>
              <a:custGeom>
                <a:avLst/>
                <a:gdLst>
                  <a:gd name="textAreaLeft" fmla="*/ 0 w 290520"/>
                  <a:gd name="textAreaRight" fmla="*/ 290880 w 290520"/>
                  <a:gd name="textAreaTop" fmla="*/ 0 h 289080"/>
                  <a:gd name="textAreaBottom" fmla="*/ 289440 h 28908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154" name="Google Shape;301;p23"/>
            <p:cNvGrpSpPr/>
            <p:nvPr/>
          </p:nvGrpSpPr>
          <p:grpSpPr>
            <a:xfrm>
              <a:off x="8746560" y="-128880"/>
              <a:ext cx="537480" cy="537840"/>
              <a:chOff x="8746560" y="-128880"/>
              <a:chExt cx="537480" cy="537840"/>
            </a:xfrm>
          </p:grpSpPr>
          <p:sp>
            <p:nvSpPr>
              <p:cNvPr id="155" name="Google Shape;302;p23"/>
              <p:cNvSpPr/>
              <p:nvPr/>
            </p:nvSpPr>
            <p:spPr>
              <a:xfrm rot="18900000">
                <a:off x="8825040" y="-49680"/>
                <a:ext cx="380160" cy="380160"/>
              </a:xfrm>
              <a:custGeom>
                <a:avLst/>
                <a:gdLst>
                  <a:gd name="textAreaLeft" fmla="*/ 0 w 380160"/>
                  <a:gd name="textAreaRight" fmla="*/ 380520 w 380160"/>
                  <a:gd name="textAreaTop" fmla="*/ 0 h 380160"/>
                  <a:gd name="textAreaBottom" fmla="*/ 380520 h 380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56" name="Google Shape;303;p23"/>
              <p:cNvSpPr/>
              <p:nvPr/>
            </p:nvSpPr>
            <p:spPr>
              <a:xfrm rot="18900000">
                <a:off x="8869320" y="-4680"/>
                <a:ext cx="290520" cy="289080"/>
              </a:xfrm>
              <a:custGeom>
                <a:avLst/>
                <a:gdLst>
                  <a:gd name="textAreaLeft" fmla="*/ 0 w 290520"/>
                  <a:gd name="textAreaRight" fmla="*/ 290880 w 290520"/>
                  <a:gd name="textAreaTop" fmla="*/ 0 h 289080"/>
                  <a:gd name="textAreaBottom" fmla="*/ 289440 h 28908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57" name="Google Shape;36;p4"/>
          <p:cNvSpPr/>
          <p:nvPr/>
        </p:nvSpPr>
        <p:spPr>
          <a:xfrm>
            <a:off x="176040" y="213480"/>
            <a:ext cx="8791560" cy="471672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158" name="Google Shape;37;p4"/>
          <p:cNvGrpSpPr/>
          <p:nvPr/>
        </p:nvGrpSpPr>
        <p:grpSpPr>
          <a:xfrm>
            <a:off x="-140400" y="-128880"/>
            <a:ext cx="9424440" cy="5401080"/>
            <a:chOff x="-140400" y="-128880"/>
            <a:chExt cx="9424440" cy="5401080"/>
          </a:xfrm>
        </p:grpSpPr>
        <p:grpSp>
          <p:nvGrpSpPr>
            <p:cNvPr id="159" name="Google Shape;38;p4"/>
            <p:cNvGrpSpPr/>
            <p:nvPr/>
          </p:nvGrpSpPr>
          <p:grpSpPr>
            <a:xfrm>
              <a:off x="-140400" y="4734360"/>
              <a:ext cx="537480" cy="537840"/>
              <a:chOff x="-140400" y="4734360"/>
              <a:chExt cx="537480" cy="537840"/>
            </a:xfrm>
          </p:grpSpPr>
          <p:sp>
            <p:nvSpPr>
              <p:cNvPr id="160" name="Google Shape;39;p4"/>
              <p:cNvSpPr/>
              <p:nvPr/>
            </p:nvSpPr>
            <p:spPr>
              <a:xfrm rot="18900000">
                <a:off x="-61560" y="4813200"/>
                <a:ext cx="380160" cy="380160"/>
              </a:xfrm>
              <a:custGeom>
                <a:avLst/>
                <a:gdLst>
                  <a:gd name="textAreaLeft" fmla="*/ 0 w 380160"/>
                  <a:gd name="textAreaRight" fmla="*/ 380520 w 380160"/>
                  <a:gd name="textAreaTop" fmla="*/ 0 h 380160"/>
                  <a:gd name="textAreaBottom" fmla="*/ 380520 h 380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61" name="Google Shape;40;p4"/>
              <p:cNvSpPr/>
              <p:nvPr/>
            </p:nvSpPr>
            <p:spPr>
              <a:xfrm rot="18900000">
                <a:off x="-17640" y="4858200"/>
                <a:ext cx="290520" cy="289080"/>
              </a:xfrm>
              <a:custGeom>
                <a:avLst/>
                <a:gdLst>
                  <a:gd name="textAreaLeft" fmla="*/ 0 w 290520"/>
                  <a:gd name="textAreaRight" fmla="*/ 290880 w 290520"/>
                  <a:gd name="textAreaTop" fmla="*/ 0 h 289080"/>
                  <a:gd name="textAreaBottom" fmla="*/ 289440 h 28908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162" name="Google Shape;41;p4"/>
            <p:cNvGrpSpPr/>
            <p:nvPr/>
          </p:nvGrpSpPr>
          <p:grpSpPr>
            <a:xfrm>
              <a:off x="8746560" y="-128880"/>
              <a:ext cx="537480" cy="537840"/>
              <a:chOff x="8746560" y="-128880"/>
              <a:chExt cx="537480" cy="537840"/>
            </a:xfrm>
          </p:grpSpPr>
          <p:sp>
            <p:nvSpPr>
              <p:cNvPr id="163" name="Google Shape;42;p4"/>
              <p:cNvSpPr/>
              <p:nvPr/>
            </p:nvSpPr>
            <p:spPr>
              <a:xfrm rot="18900000">
                <a:off x="8825040" y="-49680"/>
                <a:ext cx="380160" cy="380160"/>
              </a:xfrm>
              <a:custGeom>
                <a:avLst/>
                <a:gdLst>
                  <a:gd name="textAreaLeft" fmla="*/ 0 w 380160"/>
                  <a:gd name="textAreaRight" fmla="*/ 380520 w 380160"/>
                  <a:gd name="textAreaTop" fmla="*/ 0 h 380160"/>
                  <a:gd name="textAreaBottom" fmla="*/ 380520 h 380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64" name="Google Shape;43;p4"/>
              <p:cNvSpPr/>
              <p:nvPr/>
            </p:nvSpPr>
            <p:spPr>
              <a:xfrm rot="18900000">
                <a:off x="8869320" y="-4680"/>
                <a:ext cx="290520" cy="289080"/>
              </a:xfrm>
              <a:custGeom>
                <a:avLst/>
                <a:gdLst>
                  <a:gd name="textAreaLeft" fmla="*/ 0 w 290520"/>
                  <a:gd name="textAreaRight" fmla="*/ 290880 w 290520"/>
                  <a:gd name="textAreaTop" fmla="*/ 0 h 289080"/>
                  <a:gd name="textAreaBottom" fmla="*/ 289440 h 28908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165" name="PlaceHolder 1"/>
          <p:cNvSpPr>
            <a:spLocks noGrp="1"/>
          </p:cNvSpPr>
          <p:nvPr>
            <p:ph type="title"/>
          </p:nvPr>
        </p:nvSpPr>
        <p:spPr>
          <a:xfrm>
            <a:off x="805320" y="894600"/>
            <a:ext cx="4046400" cy="556920"/>
          </a:xfrm>
          <a:prstGeom prst="rect">
            <a:avLst/>
          </a:prstGeom>
          <a:noFill/>
          <a:ln w="0">
            <a:noFill/>
          </a:ln>
        </p:spPr>
        <p:txBody>
          <a:bodyPr lIns="91440" tIns="91440" rIns="91440" bIns="91440" anchor="b">
            <a:noAutofit/>
          </a:bodyPr>
          <a:lstStyle/>
          <a:p>
            <a:pPr indent="0">
              <a:buNone/>
            </a:pPr>
            <a:r>
              <a:rPr lang="fr-FR" sz="3500" b="0" strike="noStrike" spc="-1">
                <a:solidFill>
                  <a:schemeClr val="dk1"/>
                </a:solidFill>
                <a:latin typeface="Arial"/>
              </a:rPr>
              <a:t>Click to edit the title text format</a:t>
            </a:r>
          </a:p>
        </p:txBody>
      </p:sp>
      <p:sp>
        <p:nvSpPr>
          <p:cNvPr id="166" name="PlaceHolder 2"/>
          <p:cNvSpPr>
            <a:spLocks noGrp="1"/>
          </p:cNvSpPr>
          <p:nvPr>
            <p:ph type="body"/>
          </p:nvPr>
        </p:nvSpPr>
        <p:spPr>
          <a:xfrm>
            <a:off x="805320" y="1451880"/>
            <a:ext cx="4046400" cy="279648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4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69" name="Google Shape;47;p5"/>
          <p:cNvGrpSpPr/>
          <p:nvPr/>
        </p:nvGrpSpPr>
        <p:grpSpPr>
          <a:xfrm>
            <a:off x="-11520" y="-17280"/>
            <a:ext cx="9155160" cy="5177520"/>
            <a:chOff x="-11520" y="-17280"/>
            <a:chExt cx="9155160" cy="5177520"/>
          </a:xfrm>
        </p:grpSpPr>
        <p:grpSp>
          <p:nvGrpSpPr>
            <p:cNvPr id="170" name="Google Shape;48;p5"/>
            <p:cNvGrpSpPr/>
            <p:nvPr/>
          </p:nvGrpSpPr>
          <p:grpSpPr>
            <a:xfrm>
              <a:off x="8476200" y="-17280"/>
              <a:ext cx="667440" cy="667440"/>
              <a:chOff x="8476200" y="-17280"/>
              <a:chExt cx="667440" cy="667440"/>
            </a:xfrm>
          </p:grpSpPr>
          <p:sp>
            <p:nvSpPr>
              <p:cNvPr id="171" name="Google Shape;49;p5"/>
              <p:cNvSpPr/>
              <p:nvPr/>
            </p:nvSpPr>
            <p:spPr>
              <a:xfrm flipH="1">
                <a:off x="8476200" y="-17280"/>
                <a:ext cx="667440" cy="502920"/>
              </a:xfrm>
              <a:custGeom>
                <a:avLst/>
                <a:gdLst>
                  <a:gd name="textAreaLeft" fmla="*/ 360 w 667440"/>
                  <a:gd name="textAreaRight" fmla="*/ 668160 w 667440"/>
                  <a:gd name="textAreaTop" fmla="*/ 0 h 502920"/>
                  <a:gd name="textAreaBottom" fmla="*/ 50328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72" name="Google Shape;50;p5"/>
              <p:cNvSpPr/>
              <p:nvPr/>
            </p:nvSpPr>
            <p:spPr>
              <a:xfrm flipH="1">
                <a:off x="8482680" y="-17280"/>
                <a:ext cx="660960" cy="177480"/>
              </a:xfrm>
              <a:custGeom>
                <a:avLst/>
                <a:gdLst>
                  <a:gd name="textAreaLeft" fmla="*/ 360 w 660960"/>
                  <a:gd name="textAreaRight" fmla="*/ 661680 w 660960"/>
                  <a:gd name="textAreaTop" fmla="*/ 0 h 177480"/>
                  <a:gd name="textAreaBottom" fmla="*/ 17784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73" name="Google Shape;51;p5"/>
              <p:cNvSpPr/>
              <p:nvPr/>
            </p:nvSpPr>
            <p:spPr>
              <a:xfrm flipH="1">
                <a:off x="8476200" y="-17280"/>
                <a:ext cx="667440" cy="667440"/>
              </a:xfrm>
              <a:custGeom>
                <a:avLst/>
                <a:gdLst>
                  <a:gd name="textAreaLeft" fmla="*/ 360 w 667440"/>
                  <a:gd name="textAreaRight" fmla="*/ 668160 w 667440"/>
                  <a:gd name="textAreaTop" fmla="*/ 0 h 667440"/>
                  <a:gd name="textAreaBottom" fmla="*/ 66780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174" name="Google Shape;52;p5"/>
            <p:cNvGrpSpPr/>
            <p:nvPr/>
          </p:nvGrpSpPr>
          <p:grpSpPr>
            <a:xfrm>
              <a:off x="-11520" y="4492800"/>
              <a:ext cx="667440" cy="667440"/>
              <a:chOff x="-11520" y="4492800"/>
              <a:chExt cx="667440" cy="667440"/>
            </a:xfrm>
          </p:grpSpPr>
          <p:sp>
            <p:nvSpPr>
              <p:cNvPr id="175" name="Google Shape;53;p5"/>
              <p:cNvSpPr/>
              <p:nvPr/>
            </p:nvSpPr>
            <p:spPr>
              <a:xfrm flipV="1">
                <a:off x="-11160" y="4656600"/>
                <a:ext cx="667440" cy="502920"/>
              </a:xfrm>
              <a:custGeom>
                <a:avLst/>
                <a:gdLst>
                  <a:gd name="textAreaLeft" fmla="*/ 0 w 667440"/>
                  <a:gd name="textAreaRight" fmla="*/ 667800 w 667440"/>
                  <a:gd name="textAreaTop" fmla="*/ -360 h 502920"/>
                  <a:gd name="textAreaBottom" fmla="*/ 50292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76" name="Google Shape;54;p5"/>
              <p:cNvSpPr/>
              <p:nvPr/>
            </p:nvSpPr>
            <p:spPr>
              <a:xfrm flipV="1">
                <a:off x="-11160" y="4982400"/>
                <a:ext cx="660960" cy="177480"/>
              </a:xfrm>
              <a:custGeom>
                <a:avLst/>
                <a:gdLst>
                  <a:gd name="textAreaLeft" fmla="*/ 0 w 660960"/>
                  <a:gd name="textAreaRight" fmla="*/ 661320 w 660960"/>
                  <a:gd name="textAreaTop" fmla="*/ -360 h 177480"/>
                  <a:gd name="textAreaBottom" fmla="*/ 17748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77" name="Google Shape;55;p5"/>
              <p:cNvSpPr/>
              <p:nvPr/>
            </p:nvSpPr>
            <p:spPr>
              <a:xfrm flipV="1">
                <a:off x="-11160" y="4492800"/>
                <a:ext cx="667440" cy="667440"/>
              </a:xfrm>
              <a:custGeom>
                <a:avLst/>
                <a:gdLst>
                  <a:gd name="textAreaLeft" fmla="*/ 0 w 667440"/>
                  <a:gd name="textAreaRight" fmla="*/ 667800 w 667440"/>
                  <a:gd name="textAreaTop" fmla="*/ 360 h 667440"/>
                  <a:gd name="textAreaBottom" fmla="*/ 66816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178" name="Google Shape;56;p5"/>
          <p:cNvSpPr/>
          <p:nvPr/>
        </p:nvSpPr>
        <p:spPr>
          <a:xfrm>
            <a:off x="176040" y="213480"/>
            <a:ext cx="8791560" cy="471672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7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ctr">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83" name="Google Shape;61;p6"/>
          <p:cNvSpPr/>
          <p:nvPr/>
        </p:nvSpPr>
        <p:spPr>
          <a:xfrm>
            <a:off x="176040" y="213480"/>
            <a:ext cx="8791560" cy="471672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184" name="Google Shape;62;p6"/>
          <p:cNvGrpSpPr/>
          <p:nvPr/>
        </p:nvGrpSpPr>
        <p:grpSpPr>
          <a:xfrm>
            <a:off x="97920" y="115920"/>
            <a:ext cx="8947080" cy="4911480"/>
            <a:chOff x="97920" y="115920"/>
            <a:chExt cx="8947080" cy="4911480"/>
          </a:xfrm>
        </p:grpSpPr>
        <p:grpSp>
          <p:nvGrpSpPr>
            <p:cNvPr id="185" name="Google Shape;63;p6"/>
            <p:cNvGrpSpPr/>
            <p:nvPr/>
          </p:nvGrpSpPr>
          <p:grpSpPr>
            <a:xfrm>
              <a:off x="8733960" y="4725720"/>
              <a:ext cx="311040" cy="301680"/>
              <a:chOff x="8733960" y="4725720"/>
              <a:chExt cx="311040" cy="301680"/>
            </a:xfrm>
          </p:grpSpPr>
          <p:sp>
            <p:nvSpPr>
              <p:cNvPr id="186" name="Google Shape;64;p6"/>
              <p:cNvSpPr/>
              <p:nvPr/>
            </p:nvSpPr>
            <p:spPr>
              <a:xfrm flipH="1">
                <a:off x="8883000" y="472572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1">
                    <a:moveTo>
                      <a:pt x="0" y="230"/>
                    </a:moveTo>
                    <a:lnTo>
                      <a:pt x="0" y="212"/>
                    </a:lnTo>
                    <a:cubicBezTo>
                      <a:pt x="116" y="212"/>
                      <a:pt x="211" y="117"/>
                      <a:pt x="211" y="0"/>
                    </a:cubicBezTo>
                    <a:lnTo>
                      <a:pt x="229" y="0"/>
                    </a:lnTo>
                    <a:cubicBezTo>
                      <a:pt x="229" y="127"/>
                      <a:pt x="126" y="230"/>
                      <a:pt x="0" y="23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87" name="Google Shape;65;p6"/>
              <p:cNvSpPr/>
              <p:nvPr/>
            </p:nvSpPr>
            <p:spPr>
              <a:xfrm flipH="1">
                <a:off x="8883000" y="486576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229" y="229"/>
                    </a:moveTo>
                    <a:lnTo>
                      <a:pt x="212" y="229"/>
                    </a:lnTo>
                    <a:cubicBezTo>
                      <a:pt x="212" y="112"/>
                      <a:pt x="117" y="17"/>
                      <a:pt x="0" y="17"/>
                    </a:cubicBezTo>
                    <a:lnTo>
                      <a:pt x="0" y="0"/>
                    </a:lnTo>
                    <a:cubicBezTo>
                      <a:pt x="126" y="0"/>
                      <a:pt x="229" y="103"/>
                      <a:pt x="229"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88" name="Google Shape;66;p6"/>
              <p:cNvSpPr/>
              <p:nvPr/>
            </p:nvSpPr>
            <p:spPr>
              <a:xfrm flipH="1">
                <a:off x="8733600" y="486576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18" y="229"/>
                    </a:moveTo>
                    <a:lnTo>
                      <a:pt x="0" y="229"/>
                    </a:lnTo>
                    <a:cubicBezTo>
                      <a:pt x="0" y="102"/>
                      <a:pt x="103" y="0"/>
                      <a:pt x="229" y="0"/>
                    </a:cubicBezTo>
                    <a:lnTo>
                      <a:pt x="229" y="17"/>
                    </a:lnTo>
                    <a:cubicBezTo>
                      <a:pt x="113" y="17"/>
                      <a:pt x="18" y="112"/>
                      <a:pt x="18"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89" name="Google Shape;67;p6"/>
              <p:cNvSpPr/>
              <p:nvPr/>
            </p:nvSpPr>
            <p:spPr>
              <a:xfrm flipH="1">
                <a:off x="8733600" y="472572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229" y="229"/>
                    </a:moveTo>
                    <a:cubicBezTo>
                      <a:pt x="103" y="229"/>
                      <a:pt x="0" y="126"/>
                      <a:pt x="0" y="0"/>
                    </a:cubicBezTo>
                    <a:lnTo>
                      <a:pt x="17" y="0"/>
                    </a:lnTo>
                    <a:cubicBezTo>
                      <a:pt x="17" y="117"/>
                      <a:pt x="112" y="212"/>
                      <a:pt x="229" y="212"/>
                    </a:cubicBezTo>
                    <a:lnTo>
                      <a:pt x="229" y="229"/>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190" name="Google Shape;68;p6"/>
            <p:cNvGrpSpPr/>
            <p:nvPr/>
          </p:nvGrpSpPr>
          <p:grpSpPr>
            <a:xfrm>
              <a:off x="97920" y="115920"/>
              <a:ext cx="311040" cy="301680"/>
              <a:chOff x="97920" y="115920"/>
              <a:chExt cx="311040" cy="301680"/>
            </a:xfrm>
          </p:grpSpPr>
          <p:sp>
            <p:nvSpPr>
              <p:cNvPr id="191" name="Google Shape;69;p6"/>
              <p:cNvSpPr/>
              <p:nvPr/>
            </p:nvSpPr>
            <p:spPr>
              <a:xfrm flipH="1">
                <a:off x="246960" y="11592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1">
                    <a:moveTo>
                      <a:pt x="0" y="230"/>
                    </a:moveTo>
                    <a:lnTo>
                      <a:pt x="0" y="212"/>
                    </a:lnTo>
                    <a:cubicBezTo>
                      <a:pt x="116" y="212"/>
                      <a:pt x="211" y="117"/>
                      <a:pt x="211" y="0"/>
                    </a:cubicBezTo>
                    <a:lnTo>
                      <a:pt x="229" y="0"/>
                    </a:lnTo>
                    <a:cubicBezTo>
                      <a:pt x="229" y="127"/>
                      <a:pt x="126" y="230"/>
                      <a:pt x="0" y="23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92" name="Google Shape;70;p6"/>
              <p:cNvSpPr/>
              <p:nvPr/>
            </p:nvSpPr>
            <p:spPr>
              <a:xfrm flipH="1">
                <a:off x="246960" y="25596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229" y="229"/>
                    </a:moveTo>
                    <a:lnTo>
                      <a:pt x="212" y="229"/>
                    </a:lnTo>
                    <a:cubicBezTo>
                      <a:pt x="212" y="112"/>
                      <a:pt x="117" y="17"/>
                      <a:pt x="0" y="17"/>
                    </a:cubicBezTo>
                    <a:lnTo>
                      <a:pt x="0" y="0"/>
                    </a:lnTo>
                    <a:cubicBezTo>
                      <a:pt x="126" y="0"/>
                      <a:pt x="229" y="103"/>
                      <a:pt x="229"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93" name="Google Shape;71;p6"/>
              <p:cNvSpPr/>
              <p:nvPr/>
            </p:nvSpPr>
            <p:spPr>
              <a:xfrm flipH="1">
                <a:off x="97560" y="25596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18" y="229"/>
                    </a:moveTo>
                    <a:lnTo>
                      <a:pt x="0" y="229"/>
                    </a:lnTo>
                    <a:cubicBezTo>
                      <a:pt x="0" y="102"/>
                      <a:pt x="103" y="0"/>
                      <a:pt x="229" y="0"/>
                    </a:cubicBezTo>
                    <a:lnTo>
                      <a:pt x="229" y="17"/>
                    </a:lnTo>
                    <a:cubicBezTo>
                      <a:pt x="113" y="17"/>
                      <a:pt x="18" y="112"/>
                      <a:pt x="18"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194" name="Google Shape;72;p6"/>
              <p:cNvSpPr/>
              <p:nvPr/>
            </p:nvSpPr>
            <p:spPr>
              <a:xfrm flipH="1">
                <a:off x="97560" y="11592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230" h="230">
                    <a:moveTo>
                      <a:pt x="229" y="229"/>
                    </a:moveTo>
                    <a:cubicBezTo>
                      <a:pt x="103" y="229"/>
                      <a:pt x="0" y="126"/>
                      <a:pt x="0" y="0"/>
                    </a:cubicBezTo>
                    <a:lnTo>
                      <a:pt x="17" y="0"/>
                    </a:lnTo>
                    <a:cubicBezTo>
                      <a:pt x="17" y="117"/>
                      <a:pt x="112" y="212"/>
                      <a:pt x="229" y="212"/>
                    </a:cubicBezTo>
                    <a:lnTo>
                      <a:pt x="229" y="229"/>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19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ctr">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97" name="Google Shape;75;p7"/>
          <p:cNvSpPr/>
          <p:nvPr/>
        </p:nvSpPr>
        <p:spPr>
          <a:xfrm>
            <a:off x="176040" y="213480"/>
            <a:ext cx="8791560" cy="471672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198" name="Google Shape;76;p7"/>
          <p:cNvGrpSpPr/>
          <p:nvPr/>
        </p:nvGrpSpPr>
        <p:grpSpPr>
          <a:xfrm>
            <a:off x="-140400" y="-128880"/>
            <a:ext cx="9424440" cy="5401080"/>
            <a:chOff x="-140400" y="-128880"/>
            <a:chExt cx="9424440" cy="5401080"/>
          </a:xfrm>
        </p:grpSpPr>
        <p:grpSp>
          <p:nvGrpSpPr>
            <p:cNvPr id="199" name="Google Shape;77;p7"/>
            <p:cNvGrpSpPr/>
            <p:nvPr/>
          </p:nvGrpSpPr>
          <p:grpSpPr>
            <a:xfrm>
              <a:off x="-140400" y="4734360"/>
              <a:ext cx="537480" cy="537840"/>
              <a:chOff x="-140400" y="4734360"/>
              <a:chExt cx="537480" cy="537840"/>
            </a:xfrm>
          </p:grpSpPr>
          <p:sp>
            <p:nvSpPr>
              <p:cNvPr id="200" name="Google Shape;78;p7"/>
              <p:cNvSpPr/>
              <p:nvPr/>
            </p:nvSpPr>
            <p:spPr>
              <a:xfrm rot="18900000">
                <a:off x="-61560" y="4813200"/>
                <a:ext cx="380160" cy="380160"/>
              </a:xfrm>
              <a:custGeom>
                <a:avLst/>
                <a:gdLst>
                  <a:gd name="textAreaLeft" fmla="*/ 0 w 380160"/>
                  <a:gd name="textAreaRight" fmla="*/ 380520 w 380160"/>
                  <a:gd name="textAreaTop" fmla="*/ 0 h 380160"/>
                  <a:gd name="textAreaBottom" fmla="*/ 380520 h 380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01" name="Google Shape;79;p7"/>
              <p:cNvSpPr/>
              <p:nvPr/>
            </p:nvSpPr>
            <p:spPr>
              <a:xfrm rot="18900000">
                <a:off x="-17640" y="4858200"/>
                <a:ext cx="290520" cy="289080"/>
              </a:xfrm>
              <a:custGeom>
                <a:avLst/>
                <a:gdLst>
                  <a:gd name="textAreaLeft" fmla="*/ 0 w 290520"/>
                  <a:gd name="textAreaRight" fmla="*/ 290880 w 290520"/>
                  <a:gd name="textAreaTop" fmla="*/ 0 h 289080"/>
                  <a:gd name="textAreaBottom" fmla="*/ 289440 h 28908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202" name="Google Shape;80;p7"/>
            <p:cNvGrpSpPr/>
            <p:nvPr/>
          </p:nvGrpSpPr>
          <p:grpSpPr>
            <a:xfrm>
              <a:off x="8746560" y="-128880"/>
              <a:ext cx="537480" cy="537840"/>
              <a:chOff x="8746560" y="-128880"/>
              <a:chExt cx="537480" cy="537840"/>
            </a:xfrm>
          </p:grpSpPr>
          <p:sp>
            <p:nvSpPr>
              <p:cNvPr id="203" name="Google Shape;81;p7"/>
              <p:cNvSpPr/>
              <p:nvPr/>
            </p:nvSpPr>
            <p:spPr>
              <a:xfrm rot="18900000">
                <a:off x="8825040" y="-49680"/>
                <a:ext cx="380160" cy="380160"/>
              </a:xfrm>
              <a:custGeom>
                <a:avLst/>
                <a:gdLst>
                  <a:gd name="textAreaLeft" fmla="*/ 0 w 380160"/>
                  <a:gd name="textAreaRight" fmla="*/ 380520 w 380160"/>
                  <a:gd name="textAreaTop" fmla="*/ 0 h 380160"/>
                  <a:gd name="textAreaBottom" fmla="*/ 380520 h 380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04" name="Google Shape;82;p7"/>
              <p:cNvSpPr/>
              <p:nvPr/>
            </p:nvSpPr>
            <p:spPr>
              <a:xfrm rot="18900000">
                <a:off x="8869320" y="-4680"/>
                <a:ext cx="290520" cy="289080"/>
              </a:xfrm>
              <a:custGeom>
                <a:avLst/>
                <a:gdLst>
                  <a:gd name="textAreaLeft" fmla="*/ 0 w 290520"/>
                  <a:gd name="textAreaRight" fmla="*/ 290880 w 290520"/>
                  <a:gd name="textAreaTop" fmla="*/ 0 h 289080"/>
                  <a:gd name="textAreaBottom" fmla="*/ 289440 h 28908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20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ctr">
            <a:noAutofit/>
          </a:bodyPr>
          <a:lstStyle/>
          <a:p>
            <a:pPr indent="0">
              <a:buNone/>
            </a:pPr>
            <a:r>
              <a:rPr lang="fr-FR" sz="3500" b="0" strike="noStrike" spc="-1">
                <a:solidFill>
                  <a:schemeClr val="dk1"/>
                </a:solidFill>
                <a:latin typeface="Arial"/>
              </a:rPr>
              <a:t>Click to edit the title text format</a:t>
            </a:r>
          </a:p>
        </p:txBody>
      </p:sp>
      <p:sp>
        <p:nvSpPr>
          <p:cNvPr id="206" name="PlaceHolder 2"/>
          <p:cNvSpPr>
            <a:spLocks noGrp="1"/>
          </p:cNvSpPr>
          <p:nvPr>
            <p:ph type="body"/>
          </p:nvPr>
        </p:nvSpPr>
        <p:spPr>
          <a:xfrm>
            <a:off x="720000" y="1076400"/>
            <a:ext cx="7703640" cy="3139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2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07" name="Google Shape;86;p8"/>
          <p:cNvSpPr/>
          <p:nvPr/>
        </p:nvSpPr>
        <p:spPr>
          <a:xfrm>
            <a:off x="176040" y="453600"/>
            <a:ext cx="8791560" cy="423576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208" name="Google Shape;87;p8"/>
          <p:cNvGrpSpPr/>
          <p:nvPr/>
        </p:nvGrpSpPr>
        <p:grpSpPr>
          <a:xfrm>
            <a:off x="-11520" y="0"/>
            <a:ext cx="9155520" cy="5178240"/>
            <a:chOff x="-11520" y="0"/>
            <a:chExt cx="9155520" cy="5178240"/>
          </a:xfrm>
        </p:grpSpPr>
        <p:grpSp>
          <p:nvGrpSpPr>
            <p:cNvPr id="209" name="Google Shape;88;p8"/>
            <p:cNvGrpSpPr/>
            <p:nvPr/>
          </p:nvGrpSpPr>
          <p:grpSpPr>
            <a:xfrm>
              <a:off x="-11520" y="0"/>
              <a:ext cx="667440" cy="667440"/>
              <a:chOff x="-11520" y="0"/>
              <a:chExt cx="667440" cy="667440"/>
            </a:xfrm>
          </p:grpSpPr>
          <p:sp>
            <p:nvSpPr>
              <p:cNvPr id="210" name="Google Shape;89;p8"/>
              <p:cNvSpPr/>
              <p:nvPr/>
            </p:nvSpPr>
            <p:spPr>
              <a:xfrm>
                <a:off x="-11520" y="0"/>
                <a:ext cx="667440" cy="502920"/>
              </a:xfrm>
              <a:custGeom>
                <a:avLst/>
                <a:gdLst>
                  <a:gd name="textAreaLeft" fmla="*/ 0 w 667440"/>
                  <a:gd name="textAreaRight" fmla="*/ 667800 w 667440"/>
                  <a:gd name="textAreaTop" fmla="*/ 0 h 502920"/>
                  <a:gd name="textAreaBottom" fmla="*/ 50328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11" name="Google Shape;90;p8"/>
              <p:cNvSpPr/>
              <p:nvPr/>
            </p:nvSpPr>
            <p:spPr>
              <a:xfrm>
                <a:off x="-11520" y="0"/>
                <a:ext cx="660960" cy="177480"/>
              </a:xfrm>
              <a:custGeom>
                <a:avLst/>
                <a:gdLst>
                  <a:gd name="textAreaLeft" fmla="*/ 0 w 660960"/>
                  <a:gd name="textAreaRight" fmla="*/ 661320 w 660960"/>
                  <a:gd name="textAreaTop" fmla="*/ 0 h 177480"/>
                  <a:gd name="textAreaBottom" fmla="*/ 17784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12" name="Google Shape;91;p8"/>
              <p:cNvSpPr/>
              <p:nvPr/>
            </p:nvSpPr>
            <p:spPr>
              <a:xfrm>
                <a:off x="-11520" y="0"/>
                <a:ext cx="667440" cy="667440"/>
              </a:xfrm>
              <a:custGeom>
                <a:avLst/>
                <a:gdLst>
                  <a:gd name="textAreaLeft" fmla="*/ 0 w 667440"/>
                  <a:gd name="textAreaRight" fmla="*/ 667800 w 667440"/>
                  <a:gd name="textAreaTop" fmla="*/ 0 h 667440"/>
                  <a:gd name="textAreaBottom" fmla="*/ 66780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213" name="Google Shape;92;p8"/>
            <p:cNvGrpSpPr/>
            <p:nvPr/>
          </p:nvGrpSpPr>
          <p:grpSpPr>
            <a:xfrm>
              <a:off x="8476560" y="4510800"/>
              <a:ext cx="667440" cy="667440"/>
              <a:chOff x="8476560" y="4510800"/>
              <a:chExt cx="667440" cy="667440"/>
            </a:xfrm>
          </p:grpSpPr>
          <p:sp>
            <p:nvSpPr>
              <p:cNvPr id="214" name="Google Shape;93;p8"/>
              <p:cNvSpPr/>
              <p:nvPr/>
            </p:nvSpPr>
            <p:spPr>
              <a:xfrm rot="10800000">
                <a:off x="8476560" y="4675320"/>
                <a:ext cx="667440" cy="502920"/>
              </a:xfrm>
              <a:custGeom>
                <a:avLst/>
                <a:gdLst>
                  <a:gd name="textAreaLeft" fmla="*/ 0 w 667440"/>
                  <a:gd name="textAreaRight" fmla="*/ 667800 w 667440"/>
                  <a:gd name="textAreaTop" fmla="*/ 0 h 502920"/>
                  <a:gd name="textAreaBottom" fmla="*/ 50328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15" name="Google Shape;94;p8"/>
              <p:cNvSpPr/>
              <p:nvPr/>
            </p:nvSpPr>
            <p:spPr>
              <a:xfrm rot="10800000">
                <a:off x="8483040" y="5000760"/>
                <a:ext cx="660960" cy="177480"/>
              </a:xfrm>
              <a:custGeom>
                <a:avLst/>
                <a:gdLst>
                  <a:gd name="textAreaLeft" fmla="*/ 0 w 660960"/>
                  <a:gd name="textAreaRight" fmla="*/ 661320 w 660960"/>
                  <a:gd name="textAreaTop" fmla="*/ 0 h 177480"/>
                  <a:gd name="textAreaBottom" fmla="*/ 17784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16" name="Google Shape;95;p8"/>
              <p:cNvSpPr/>
              <p:nvPr/>
            </p:nvSpPr>
            <p:spPr>
              <a:xfrm rot="10800000">
                <a:off x="8476560" y="4510800"/>
                <a:ext cx="667440" cy="667440"/>
              </a:xfrm>
              <a:custGeom>
                <a:avLst/>
                <a:gdLst>
                  <a:gd name="textAreaLeft" fmla="*/ 0 w 667440"/>
                  <a:gd name="textAreaRight" fmla="*/ 667800 w 667440"/>
                  <a:gd name="textAreaTop" fmla="*/ 0 h 667440"/>
                  <a:gd name="textAreaBottom" fmla="*/ 66780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217"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18" name="Google Shape;98;p9"/>
          <p:cNvSpPr/>
          <p:nvPr/>
        </p:nvSpPr>
        <p:spPr>
          <a:xfrm>
            <a:off x="176040" y="453600"/>
            <a:ext cx="8791560" cy="423576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219" name="Google Shape;99;p9"/>
          <p:cNvGrpSpPr/>
          <p:nvPr/>
        </p:nvGrpSpPr>
        <p:grpSpPr>
          <a:xfrm>
            <a:off x="-162000" y="96120"/>
            <a:ext cx="9467280" cy="4951440"/>
            <a:chOff x="-162000" y="96120"/>
            <a:chExt cx="9467280" cy="4951440"/>
          </a:xfrm>
        </p:grpSpPr>
        <p:grpSp>
          <p:nvGrpSpPr>
            <p:cNvPr id="220" name="Google Shape;100;p9"/>
            <p:cNvGrpSpPr/>
            <p:nvPr/>
          </p:nvGrpSpPr>
          <p:grpSpPr>
            <a:xfrm>
              <a:off x="8742240" y="4484520"/>
              <a:ext cx="563040" cy="563040"/>
              <a:chOff x="8742240" y="4484520"/>
              <a:chExt cx="563040" cy="563040"/>
            </a:xfrm>
          </p:grpSpPr>
          <p:sp>
            <p:nvSpPr>
              <p:cNvPr id="221" name="Google Shape;101;p9"/>
              <p:cNvSpPr/>
              <p:nvPr/>
            </p:nvSpPr>
            <p:spPr>
              <a:xfrm rot="18900000">
                <a:off x="8824680" y="4566960"/>
                <a:ext cx="398160" cy="398160"/>
              </a:xfrm>
              <a:custGeom>
                <a:avLst/>
                <a:gdLst>
                  <a:gd name="textAreaLeft" fmla="*/ 0 w 398160"/>
                  <a:gd name="textAreaRight" fmla="*/ 398520 w 398160"/>
                  <a:gd name="textAreaTop" fmla="*/ 0 h 398160"/>
                  <a:gd name="textAreaBottom" fmla="*/ 398520 h 398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22" name="Google Shape;102;p9"/>
              <p:cNvSpPr/>
              <p:nvPr/>
            </p:nvSpPr>
            <p:spPr>
              <a:xfrm rot="18900000">
                <a:off x="8870760" y="4613400"/>
                <a:ext cx="304560" cy="302760"/>
              </a:xfrm>
              <a:custGeom>
                <a:avLst/>
                <a:gdLst>
                  <a:gd name="textAreaLeft" fmla="*/ 0 w 304560"/>
                  <a:gd name="textAreaRight" fmla="*/ 304920 w 304560"/>
                  <a:gd name="textAreaTop" fmla="*/ 0 h 302760"/>
                  <a:gd name="textAreaBottom" fmla="*/ 303120 h 30276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223" name="Google Shape;103;p9"/>
            <p:cNvGrpSpPr/>
            <p:nvPr/>
          </p:nvGrpSpPr>
          <p:grpSpPr>
            <a:xfrm>
              <a:off x="-162000" y="96120"/>
              <a:ext cx="563040" cy="563040"/>
              <a:chOff x="-162000" y="96120"/>
              <a:chExt cx="563040" cy="563040"/>
            </a:xfrm>
          </p:grpSpPr>
          <p:sp>
            <p:nvSpPr>
              <p:cNvPr id="224" name="Google Shape;104;p9"/>
              <p:cNvSpPr/>
              <p:nvPr/>
            </p:nvSpPr>
            <p:spPr>
              <a:xfrm rot="18900000">
                <a:off x="-79200" y="178560"/>
                <a:ext cx="398160" cy="398160"/>
              </a:xfrm>
              <a:custGeom>
                <a:avLst/>
                <a:gdLst>
                  <a:gd name="textAreaLeft" fmla="*/ 0 w 398160"/>
                  <a:gd name="textAreaRight" fmla="*/ 398520 w 398160"/>
                  <a:gd name="textAreaTop" fmla="*/ 0 h 398160"/>
                  <a:gd name="textAreaBottom" fmla="*/ 398520 h 3981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25" name="Google Shape;105;p9"/>
              <p:cNvSpPr/>
              <p:nvPr/>
            </p:nvSpPr>
            <p:spPr>
              <a:xfrm rot="18900000">
                <a:off x="-33120" y="225360"/>
                <a:ext cx="304560" cy="302760"/>
              </a:xfrm>
              <a:custGeom>
                <a:avLst/>
                <a:gdLst>
                  <a:gd name="textAreaLeft" fmla="*/ 0 w 304560"/>
                  <a:gd name="textAreaRight" fmla="*/ 304920 w 304560"/>
                  <a:gd name="textAreaTop" fmla="*/ 0 h 302760"/>
                  <a:gd name="textAreaBottom" fmla="*/ 303120 h 302760"/>
                </a:gdLst>
                <a:ahLst/>
                <a:cxnLst/>
                <a:rect l="textAreaLeft" t="textAreaTop" r="textAreaRight" b="textAreaBottom"/>
                <a:pathLst>
                  <a:path w="823" h="822">
                    <a:moveTo>
                      <a:pt x="17" y="803"/>
                    </a:moveTo>
                    <a:lnTo>
                      <a:pt x="804" y="803"/>
                    </a:lnTo>
                    <a:lnTo>
                      <a:pt x="804" y="18"/>
                    </a:lnTo>
                    <a:lnTo>
                      <a:pt x="17" y="18"/>
                    </a:lnTo>
                    <a:lnTo>
                      <a:pt x="17" y="803"/>
                    </a:lnTo>
                    <a:close/>
                    <a:moveTo>
                      <a:pt x="822" y="821"/>
                    </a:moveTo>
                    <a:lnTo>
                      <a:pt x="0" y="821"/>
                    </a:lnTo>
                    <a:lnTo>
                      <a:pt x="0" y="0"/>
                    </a:lnTo>
                    <a:lnTo>
                      <a:pt x="822" y="0"/>
                    </a:lnTo>
                    <a:lnTo>
                      <a:pt x="822" y="821"/>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226" name="PlaceHolder 1"/>
          <p:cNvSpPr>
            <a:spLocks noGrp="1"/>
          </p:cNvSpPr>
          <p:nvPr>
            <p:ph type="title"/>
          </p:nvPr>
        </p:nvSpPr>
        <p:spPr>
          <a:xfrm>
            <a:off x="3493080" y="2293200"/>
            <a:ext cx="4867560" cy="803520"/>
          </a:xfrm>
          <a:prstGeom prst="rect">
            <a:avLst/>
          </a:prstGeom>
          <a:noFill/>
          <a:ln w="0">
            <a:noFill/>
          </a:ln>
        </p:spPr>
        <p:txBody>
          <a:bodyPr lIns="91440" tIns="91440" rIns="91440" bIns="91440" anchor="b">
            <a:noAutofit/>
          </a:bodyPr>
          <a:lstStyle/>
          <a:p>
            <a:pPr indent="0">
              <a:buNone/>
            </a:pPr>
            <a:r>
              <a:rPr lang="fr-FR" sz="4500" b="0" strike="noStrike" spc="-1">
                <a:solidFill>
                  <a:schemeClr val="dk1"/>
                </a:solidFill>
                <a:latin typeface="Arial"/>
              </a:rPr>
              <a:t>Click to edit the title text format</a:t>
            </a:r>
          </a:p>
        </p:txBody>
      </p:sp>
      <p:sp>
        <p:nvSpPr>
          <p:cNvPr id="22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28" name="Google Shape;109;p10"/>
          <p:cNvSpPr/>
          <p:nvPr/>
        </p:nvSpPr>
        <p:spPr>
          <a:xfrm flipH="1">
            <a:off x="163800" y="453600"/>
            <a:ext cx="8791560" cy="4235760"/>
          </a:xfrm>
          <a:prstGeom prst="roundRect">
            <a:avLst>
              <a:gd name="adj" fmla="val 16667"/>
            </a:avLst>
          </a:prstGeom>
          <a:noFill/>
          <a:ln w="9525">
            <a:solidFill>
              <a:srgbClr val="D4C8A6"/>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nvGrpSpPr>
          <p:cNvPr id="229" name="Google Shape;110;p10"/>
          <p:cNvGrpSpPr/>
          <p:nvPr/>
        </p:nvGrpSpPr>
        <p:grpSpPr>
          <a:xfrm>
            <a:off x="-11520" y="0"/>
            <a:ext cx="9155160" cy="5177880"/>
            <a:chOff x="-11520" y="0"/>
            <a:chExt cx="9155160" cy="5177880"/>
          </a:xfrm>
        </p:grpSpPr>
        <p:grpSp>
          <p:nvGrpSpPr>
            <p:cNvPr id="230" name="Google Shape;111;p10"/>
            <p:cNvGrpSpPr/>
            <p:nvPr/>
          </p:nvGrpSpPr>
          <p:grpSpPr>
            <a:xfrm>
              <a:off x="8476200" y="0"/>
              <a:ext cx="667440" cy="667440"/>
              <a:chOff x="8476200" y="0"/>
              <a:chExt cx="667440" cy="667440"/>
            </a:xfrm>
          </p:grpSpPr>
          <p:sp>
            <p:nvSpPr>
              <p:cNvPr id="231" name="Google Shape;112;p10"/>
              <p:cNvSpPr/>
              <p:nvPr/>
            </p:nvSpPr>
            <p:spPr>
              <a:xfrm flipH="1">
                <a:off x="8476200" y="0"/>
                <a:ext cx="667440" cy="502920"/>
              </a:xfrm>
              <a:custGeom>
                <a:avLst/>
                <a:gdLst>
                  <a:gd name="textAreaLeft" fmla="*/ 360 w 667440"/>
                  <a:gd name="textAreaRight" fmla="*/ 668160 w 667440"/>
                  <a:gd name="textAreaTop" fmla="*/ 0 h 502920"/>
                  <a:gd name="textAreaBottom" fmla="*/ 50328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32" name="Google Shape;113;p10"/>
              <p:cNvSpPr/>
              <p:nvPr/>
            </p:nvSpPr>
            <p:spPr>
              <a:xfrm flipH="1">
                <a:off x="8482680" y="0"/>
                <a:ext cx="660960" cy="177480"/>
              </a:xfrm>
              <a:custGeom>
                <a:avLst/>
                <a:gdLst>
                  <a:gd name="textAreaLeft" fmla="*/ 360 w 660960"/>
                  <a:gd name="textAreaRight" fmla="*/ 661680 w 660960"/>
                  <a:gd name="textAreaTop" fmla="*/ 0 h 177480"/>
                  <a:gd name="textAreaBottom" fmla="*/ 17784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33" name="Google Shape;114;p10"/>
              <p:cNvSpPr/>
              <p:nvPr/>
            </p:nvSpPr>
            <p:spPr>
              <a:xfrm flipH="1">
                <a:off x="8476200" y="0"/>
                <a:ext cx="667440" cy="667440"/>
              </a:xfrm>
              <a:custGeom>
                <a:avLst/>
                <a:gdLst>
                  <a:gd name="textAreaLeft" fmla="*/ 360 w 667440"/>
                  <a:gd name="textAreaRight" fmla="*/ 668160 w 667440"/>
                  <a:gd name="textAreaTop" fmla="*/ 0 h 667440"/>
                  <a:gd name="textAreaBottom" fmla="*/ 66780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234" name="Google Shape;115;p10"/>
            <p:cNvGrpSpPr/>
            <p:nvPr/>
          </p:nvGrpSpPr>
          <p:grpSpPr>
            <a:xfrm>
              <a:off x="-11520" y="4510440"/>
              <a:ext cx="667440" cy="667440"/>
              <a:chOff x="-11520" y="4510440"/>
              <a:chExt cx="667440" cy="667440"/>
            </a:xfrm>
          </p:grpSpPr>
          <p:sp>
            <p:nvSpPr>
              <p:cNvPr id="235" name="Google Shape;116;p10"/>
              <p:cNvSpPr/>
              <p:nvPr/>
            </p:nvSpPr>
            <p:spPr>
              <a:xfrm flipV="1">
                <a:off x="-11160" y="4674240"/>
                <a:ext cx="667440" cy="502920"/>
              </a:xfrm>
              <a:custGeom>
                <a:avLst/>
                <a:gdLst>
                  <a:gd name="textAreaLeft" fmla="*/ 0 w 667440"/>
                  <a:gd name="textAreaRight" fmla="*/ 667800 w 667440"/>
                  <a:gd name="textAreaTop" fmla="*/ -360 h 502920"/>
                  <a:gd name="textAreaBottom" fmla="*/ 502920 h 502920"/>
                </a:gdLst>
                <a:ahLst/>
                <a:cxnLst/>
                <a:rect l="textAreaLeft" t="textAreaTop" r="textAreaRight" b="textAreaBottom"/>
                <a:pathLst>
                  <a:path w="894" h="676">
                    <a:moveTo>
                      <a:pt x="11" y="675"/>
                    </a:moveTo>
                    <a:lnTo>
                      <a:pt x="0" y="661"/>
                    </a:lnTo>
                    <a:lnTo>
                      <a:pt x="804" y="60"/>
                    </a:lnTo>
                    <a:lnTo>
                      <a:pt x="10" y="457"/>
                    </a:lnTo>
                    <a:lnTo>
                      <a:pt x="2" y="441"/>
                    </a:lnTo>
                    <a:lnTo>
                      <a:pt x="884" y="0"/>
                    </a:lnTo>
                    <a:lnTo>
                      <a:pt x="893" y="15"/>
                    </a:lnTo>
                    <a:lnTo>
                      <a:pt x="11" y="675"/>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36" name="Google Shape;117;p10"/>
              <p:cNvSpPr/>
              <p:nvPr/>
            </p:nvSpPr>
            <p:spPr>
              <a:xfrm flipV="1">
                <a:off x="-11160" y="5000040"/>
                <a:ext cx="660960" cy="177480"/>
              </a:xfrm>
              <a:custGeom>
                <a:avLst/>
                <a:gdLst>
                  <a:gd name="textAreaLeft" fmla="*/ 0 w 660960"/>
                  <a:gd name="textAreaRight" fmla="*/ 661320 w 660960"/>
                  <a:gd name="textAreaTop" fmla="*/ -360 h 177480"/>
                  <a:gd name="textAreaBottom" fmla="*/ 177480 h 177480"/>
                </a:gdLst>
                <a:ahLst/>
                <a:cxnLst/>
                <a:rect l="textAreaLeft" t="textAreaTop" r="textAreaRight" b="textAreaBottom"/>
                <a:pathLst>
                  <a:path w="887" h="239">
                    <a:moveTo>
                      <a:pt x="4" y="238"/>
                    </a:moveTo>
                    <a:lnTo>
                      <a:pt x="0" y="221"/>
                    </a:lnTo>
                    <a:lnTo>
                      <a:pt x="812" y="18"/>
                    </a:lnTo>
                    <a:lnTo>
                      <a:pt x="2" y="18"/>
                    </a:lnTo>
                    <a:lnTo>
                      <a:pt x="2" y="0"/>
                    </a:lnTo>
                    <a:lnTo>
                      <a:pt x="884" y="0"/>
                    </a:lnTo>
                    <a:lnTo>
                      <a:pt x="886" y="17"/>
                    </a:lnTo>
                    <a:lnTo>
                      <a:pt x="4" y="238"/>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37" name="Google Shape;118;p10"/>
              <p:cNvSpPr/>
              <p:nvPr/>
            </p:nvSpPr>
            <p:spPr>
              <a:xfrm flipV="1">
                <a:off x="-11160" y="4510440"/>
                <a:ext cx="667440" cy="667440"/>
              </a:xfrm>
              <a:custGeom>
                <a:avLst/>
                <a:gdLst>
                  <a:gd name="textAreaLeft" fmla="*/ 0 w 667440"/>
                  <a:gd name="textAreaRight" fmla="*/ 667800 w 667440"/>
                  <a:gd name="textAreaTop" fmla="*/ 360 h 667440"/>
                  <a:gd name="textAreaBottom" fmla="*/ 668160 h 667440"/>
                </a:gdLst>
                <a:ahLst/>
                <a:cxnLst/>
                <a:rect l="textAreaLeft" t="textAreaTop" r="textAreaRight" b="textAreaBottom"/>
                <a:pathLst>
                  <a:path w="895" h="894">
                    <a:moveTo>
                      <a:pt x="12" y="893"/>
                    </a:moveTo>
                    <a:lnTo>
                      <a:pt x="0" y="881"/>
                    </a:lnTo>
                    <a:lnTo>
                      <a:pt x="882" y="0"/>
                    </a:lnTo>
                    <a:lnTo>
                      <a:pt x="894" y="12"/>
                    </a:lnTo>
                    <a:lnTo>
                      <a:pt x="12" y="893"/>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sp>
        <p:nvSpPr>
          <p:cNvPr id="238" name="PlaceHolder 1"/>
          <p:cNvSpPr>
            <a:spLocks noGrp="1"/>
          </p:cNvSpPr>
          <p:nvPr>
            <p:ph type="title"/>
          </p:nvPr>
        </p:nvSpPr>
        <p:spPr>
          <a:xfrm>
            <a:off x="720000" y="2285280"/>
            <a:ext cx="7703640" cy="572400"/>
          </a:xfrm>
          <a:prstGeom prst="rect">
            <a:avLst/>
          </a:prstGeom>
          <a:noFill/>
          <a:ln w="0">
            <a:noFill/>
          </a:ln>
        </p:spPr>
        <p:txBody>
          <a:bodyPr lIns="91440" tIns="91440" rIns="91440" bIns="91440" anchor="ctr">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239" name="PlaceHolder 1"/>
          <p:cNvSpPr>
            <a:spLocks noGrp="1"/>
          </p:cNvSpPr>
          <p:nvPr>
            <p:ph type="title"/>
          </p:nvPr>
        </p:nvSpPr>
        <p:spPr>
          <a:xfrm>
            <a:off x="716760" y="510840"/>
            <a:ext cx="771012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1076400" y="1200240"/>
            <a:ext cx="5067000" cy="21236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4800" b="0" strike="noStrike" spc="-1">
                <a:solidFill>
                  <a:schemeClr val="dk1"/>
                </a:solidFill>
                <a:latin typeface="Sorts Mill Goudy"/>
                <a:ea typeface="Sorts Mill Goudy"/>
              </a:rPr>
              <a:t>Gesture-Based HCI</a:t>
            </a:r>
            <a:endParaRPr lang="fr-FR" sz="4800" b="0" strike="noStrike" spc="-1">
              <a:solidFill>
                <a:schemeClr val="dk1"/>
              </a:solidFill>
              <a:latin typeface="Arial"/>
            </a:endParaRPr>
          </a:p>
        </p:txBody>
      </p:sp>
      <p:sp>
        <p:nvSpPr>
          <p:cNvPr id="241" name="PlaceHolder 2"/>
          <p:cNvSpPr>
            <a:spLocks noGrp="1"/>
          </p:cNvSpPr>
          <p:nvPr>
            <p:ph type="subTitle"/>
          </p:nvPr>
        </p:nvSpPr>
        <p:spPr>
          <a:xfrm>
            <a:off x="1076400" y="3533760"/>
            <a:ext cx="5067000" cy="409320"/>
          </a:xfrm>
          <a:prstGeom prst="rect">
            <a:avLst/>
          </a:prstGeom>
          <a:noFill/>
          <a:ln w="0">
            <a:noFill/>
          </a:ln>
        </p:spPr>
        <p:txBody>
          <a:bodyPr lIns="91440" tIns="91440" rIns="91440" bIns="91440" anchor="ctr">
            <a:normAutofit/>
          </a:bodyPr>
          <a:lstStyle/>
          <a:p>
            <a:pPr indent="0">
              <a:lnSpc>
                <a:spcPct val="100000"/>
              </a:lnSpc>
              <a:buNone/>
              <a:tabLst>
                <a:tab pos="0" algn="l"/>
              </a:tabLst>
            </a:pPr>
            <a:r>
              <a:rPr lang="en" sz="1400" b="0" strike="noStrike" spc="-1">
                <a:solidFill>
                  <a:schemeClr val="dk1"/>
                </a:solidFill>
                <a:latin typeface="Raleway"/>
                <a:ea typeface="Raleway"/>
              </a:rPr>
              <a:t>Exploring Gesture Interaction with OpenCV and MediaPipe</a:t>
            </a:r>
            <a:endParaRPr lang="en-US" sz="1400" b="0" strike="noStrike" spc="-1">
              <a:solidFill>
                <a:srgbClr val="FFFFFF"/>
              </a:solidFill>
              <a:latin typeface="OpenSymbol"/>
            </a:endParaRPr>
          </a:p>
        </p:txBody>
      </p:sp>
      <p:grpSp>
        <p:nvGrpSpPr>
          <p:cNvPr id="242" name="Google Shape;316;p27"/>
          <p:cNvGrpSpPr/>
          <p:nvPr/>
        </p:nvGrpSpPr>
        <p:grpSpPr>
          <a:xfrm>
            <a:off x="7480440" y="3669120"/>
            <a:ext cx="366840" cy="355680"/>
            <a:chOff x="7480440" y="3669120"/>
            <a:chExt cx="366840" cy="355680"/>
          </a:xfrm>
        </p:grpSpPr>
        <p:sp>
          <p:nvSpPr>
            <p:cNvPr id="243" name="Google Shape;317;p27"/>
            <p:cNvSpPr/>
            <p:nvPr/>
          </p:nvSpPr>
          <p:spPr>
            <a:xfrm>
              <a:off x="7480440" y="3669120"/>
              <a:ext cx="190440" cy="190440"/>
            </a:xfrm>
            <a:custGeom>
              <a:avLst/>
              <a:gdLst>
                <a:gd name="textAreaLeft" fmla="*/ 0 w 190440"/>
                <a:gd name="textAreaRight" fmla="*/ 190800 w 190440"/>
                <a:gd name="textAreaTop" fmla="*/ 0 h 190440"/>
                <a:gd name="textAreaBottom" fmla="*/ 190800 h 190440"/>
              </a:gdLst>
              <a:ahLst/>
              <a:cxnLst/>
              <a:rect l="textAreaLeft" t="textAreaTop" r="textAreaRight" b="textAreaBottom"/>
              <a:pathLst>
                <a:path w="230" h="231">
                  <a:moveTo>
                    <a:pt x="0" y="230"/>
                  </a:moveTo>
                  <a:lnTo>
                    <a:pt x="0" y="212"/>
                  </a:lnTo>
                  <a:cubicBezTo>
                    <a:pt x="116" y="212"/>
                    <a:pt x="211" y="117"/>
                    <a:pt x="211" y="0"/>
                  </a:cubicBezTo>
                  <a:lnTo>
                    <a:pt x="229" y="0"/>
                  </a:lnTo>
                  <a:cubicBezTo>
                    <a:pt x="229" y="127"/>
                    <a:pt x="126" y="230"/>
                    <a:pt x="0" y="23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44" name="Google Shape;318;p27"/>
            <p:cNvSpPr/>
            <p:nvPr/>
          </p:nvSpPr>
          <p:spPr>
            <a:xfrm>
              <a:off x="7480440" y="3834360"/>
              <a:ext cx="190440" cy="190440"/>
            </a:xfrm>
            <a:custGeom>
              <a:avLst/>
              <a:gdLst>
                <a:gd name="textAreaLeft" fmla="*/ 0 w 190440"/>
                <a:gd name="textAreaRight" fmla="*/ 190800 w 190440"/>
                <a:gd name="textAreaTop" fmla="*/ 0 h 190440"/>
                <a:gd name="textAreaBottom" fmla="*/ 190800 h 190440"/>
              </a:gdLst>
              <a:ahLst/>
              <a:cxnLst/>
              <a:rect l="textAreaLeft" t="textAreaTop" r="textAreaRight" b="textAreaBottom"/>
              <a:pathLst>
                <a:path w="230" h="230">
                  <a:moveTo>
                    <a:pt x="229" y="229"/>
                  </a:moveTo>
                  <a:lnTo>
                    <a:pt x="212" y="229"/>
                  </a:lnTo>
                  <a:cubicBezTo>
                    <a:pt x="212" y="112"/>
                    <a:pt x="117" y="17"/>
                    <a:pt x="0" y="17"/>
                  </a:cubicBezTo>
                  <a:lnTo>
                    <a:pt x="0" y="0"/>
                  </a:lnTo>
                  <a:cubicBezTo>
                    <a:pt x="126" y="0"/>
                    <a:pt x="229" y="103"/>
                    <a:pt x="229"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45" name="Google Shape;319;p27"/>
            <p:cNvSpPr/>
            <p:nvPr/>
          </p:nvSpPr>
          <p:spPr>
            <a:xfrm>
              <a:off x="7656840" y="3834360"/>
              <a:ext cx="190440" cy="190440"/>
            </a:xfrm>
            <a:custGeom>
              <a:avLst/>
              <a:gdLst>
                <a:gd name="textAreaLeft" fmla="*/ 0 w 190440"/>
                <a:gd name="textAreaRight" fmla="*/ 190800 w 190440"/>
                <a:gd name="textAreaTop" fmla="*/ 0 h 190440"/>
                <a:gd name="textAreaBottom" fmla="*/ 190800 h 190440"/>
              </a:gdLst>
              <a:ahLst/>
              <a:cxnLst/>
              <a:rect l="textAreaLeft" t="textAreaTop" r="textAreaRight" b="textAreaBottom"/>
              <a:pathLst>
                <a:path w="230" h="230">
                  <a:moveTo>
                    <a:pt x="18" y="229"/>
                  </a:moveTo>
                  <a:lnTo>
                    <a:pt x="0" y="229"/>
                  </a:lnTo>
                  <a:cubicBezTo>
                    <a:pt x="0" y="102"/>
                    <a:pt x="103" y="0"/>
                    <a:pt x="229" y="0"/>
                  </a:cubicBezTo>
                  <a:lnTo>
                    <a:pt x="229" y="17"/>
                  </a:lnTo>
                  <a:cubicBezTo>
                    <a:pt x="113" y="17"/>
                    <a:pt x="18" y="112"/>
                    <a:pt x="18"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46" name="Google Shape;320;p27"/>
            <p:cNvSpPr/>
            <p:nvPr/>
          </p:nvSpPr>
          <p:spPr>
            <a:xfrm>
              <a:off x="7656840" y="3669120"/>
              <a:ext cx="190440" cy="190440"/>
            </a:xfrm>
            <a:custGeom>
              <a:avLst/>
              <a:gdLst>
                <a:gd name="textAreaLeft" fmla="*/ 0 w 190440"/>
                <a:gd name="textAreaRight" fmla="*/ 190800 w 190440"/>
                <a:gd name="textAreaTop" fmla="*/ 0 h 190440"/>
                <a:gd name="textAreaBottom" fmla="*/ 190800 h 190440"/>
              </a:gdLst>
              <a:ahLst/>
              <a:cxnLst/>
              <a:rect l="textAreaLeft" t="textAreaTop" r="textAreaRight" b="textAreaBottom"/>
              <a:pathLst>
                <a:path w="230" h="230">
                  <a:moveTo>
                    <a:pt x="229" y="229"/>
                  </a:moveTo>
                  <a:cubicBezTo>
                    <a:pt x="103" y="229"/>
                    <a:pt x="0" y="126"/>
                    <a:pt x="0" y="0"/>
                  </a:cubicBezTo>
                  <a:lnTo>
                    <a:pt x="17" y="0"/>
                  </a:lnTo>
                  <a:cubicBezTo>
                    <a:pt x="17" y="117"/>
                    <a:pt x="112" y="212"/>
                    <a:pt x="229" y="212"/>
                  </a:cubicBezTo>
                  <a:lnTo>
                    <a:pt x="229" y="229"/>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247" name="Google Shape;321;p27"/>
          <p:cNvGrpSpPr/>
          <p:nvPr/>
        </p:nvGrpSpPr>
        <p:grpSpPr>
          <a:xfrm>
            <a:off x="6929640" y="1928520"/>
            <a:ext cx="1468800" cy="1457640"/>
            <a:chOff x="6929640" y="1928520"/>
            <a:chExt cx="1468800" cy="1457640"/>
          </a:xfrm>
        </p:grpSpPr>
        <p:sp>
          <p:nvSpPr>
            <p:cNvPr id="248" name="Google Shape;322;p27"/>
            <p:cNvSpPr/>
            <p:nvPr/>
          </p:nvSpPr>
          <p:spPr>
            <a:xfrm>
              <a:off x="6929640" y="1928520"/>
              <a:ext cx="741600" cy="741600"/>
            </a:xfrm>
            <a:custGeom>
              <a:avLst/>
              <a:gdLst>
                <a:gd name="textAreaLeft" fmla="*/ 0 w 741600"/>
                <a:gd name="textAreaRight" fmla="*/ 741960 w 741600"/>
                <a:gd name="textAreaTop" fmla="*/ 0 h 741600"/>
                <a:gd name="textAreaBottom" fmla="*/ 741960 h 741600"/>
              </a:gdLst>
              <a:ahLst/>
              <a:cxnLst/>
              <a:rect l="textAreaLeft" t="textAreaTop" r="textAreaRight" b="textAreaBottom"/>
              <a:pathLst>
                <a:path w="891" h="891">
                  <a:moveTo>
                    <a:pt x="0" y="890"/>
                  </a:moveTo>
                  <a:lnTo>
                    <a:pt x="0" y="873"/>
                  </a:lnTo>
                  <a:cubicBezTo>
                    <a:pt x="481" y="873"/>
                    <a:pt x="872" y="481"/>
                    <a:pt x="872" y="0"/>
                  </a:cubicBezTo>
                  <a:lnTo>
                    <a:pt x="890" y="0"/>
                  </a:lnTo>
                  <a:cubicBezTo>
                    <a:pt x="890" y="491"/>
                    <a:pt x="490" y="890"/>
                    <a:pt x="0" y="89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49" name="Google Shape;323;p27"/>
            <p:cNvSpPr/>
            <p:nvPr/>
          </p:nvSpPr>
          <p:spPr>
            <a:xfrm>
              <a:off x="7480440" y="2479320"/>
              <a:ext cx="190440" cy="190440"/>
            </a:xfrm>
            <a:custGeom>
              <a:avLst/>
              <a:gdLst>
                <a:gd name="textAreaLeft" fmla="*/ 0 w 190440"/>
                <a:gd name="textAreaRight" fmla="*/ 190800 w 190440"/>
                <a:gd name="textAreaTop" fmla="*/ 0 h 190440"/>
                <a:gd name="textAreaBottom" fmla="*/ 190800 h 190440"/>
              </a:gdLst>
              <a:ahLst/>
              <a:cxnLst/>
              <a:rect l="textAreaLeft" t="textAreaTop" r="textAreaRight" b="textAreaBottom"/>
              <a:pathLst>
                <a:path w="230" h="231">
                  <a:moveTo>
                    <a:pt x="0" y="230"/>
                  </a:moveTo>
                  <a:lnTo>
                    <a:pt x="0" y="212"/>
                  </a:lnTo>
                  <a:cubicBezTo>
                    <a:pt x="116" y="212"/>
                    <a:pt x="211" y="117"/>
                    <a:pt x="211" y="0"/>
                  </a:cubicBezTo>
                  <a:lnTo>
                    <a:pt x="229" y="0"/>
                  </a:lnTo>
                  <a:cubicBezTo>
                    <a:pt x="229" y="127"/>
                    <a:pt x="126" y="230"/>
                    <a:pt x="0" y="23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50" name="Google Shape;324;p27"/>
            <p:cNvSpPr/>
            <p:nvPr/>
          </p:nvSpPr>
          <p:spPr>
            <a:xfrm>
              <a:off x="6929640" y="2644560"/>
              <a:ext cx="741600" cy="741600"/>
            </a:xfrm>
            <a:custGeom>
              <a:avLst/>
              <a:gdLst>
                <a:gd name="textAreaLeft" fmla="*/ 0 w 741600"/>
                <a:gd name="textAreaRight" fmla="*/ 741960 w 741600"/>
                <a:gd name="textAreaTop" fmla="*/ 0 h 741600"/>
                <a:gd name="textAreaBottom" fmla="*/ 741960 h 741600"/>
              </a:gdLst>
              <a:ahLst/>
              <a:cxnLst/>
              <a:rect l="textAreaLeft" t="textAreaTop" r="textAreaRight" b="textAreaBottom"/>
              <a:pathLst>
                <a:path w="891" h="890">
                  <a:moveTo>
                    <a:pt x="890" y="889"/>
                  </a:moveTo>
                  <a:lnTo>
                    <a:pt x="873" y="889"/>
                  </a:lnTo>
                  <a:cubicBezTo>
                    <a:pt x="873" y="408"/>
                    <a:pt x="481" y="17"/>
                    <a:pt x="0" y="17"/>
                  </a:cubicBezTo>
                  <a:lnTo>
                    <a:pt x="0" y="0"/>
                  </a:lnTo>
                  <a:cubicBezTo>
                    <a:pt x="491" y="0"/>
                    <a:pt x="890" y="399"/>
                    <a:pt x="890" y="88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51" name="Google Shape;325;p27"/>
            <p:cNvSpPr/>
            <p:nvPr/>
          </p:nvSpPr>
          <p:spPr>
            <a:xfrm>
              <a:off x="7480440" y="2644560"/>
              <a:ext cx="190440" cy="190440"/>
            </a:xfrm>
            <a:custGeom>
              <a:avLst/>
              <a:gdLst>
                <a:gd name="textAreaLeft" fmla="*/ 0 w 190440"/>
                <a:gd name="textAreaRight" fmla="*/ 190800 w 190440"/>
                <a:gd name="textAreaTop" fmla="*/ 0 h 190440"/>
                <a:gd name="textAreaBottom" fmla="*/ 190800 h 190440"/>
              </a:gdLst>
              <a:ahLst/>
              <a:cxnLst/>
              <a:rect l="textAreaLeft" t="textAreaTop" r="textAreaRight" b="textAreaBottom"/>
              <a:pathLst>
                <a:path w="230" h="230">
                  <a:moveTo>
                    <a:pt x="229" y="229"/>
                  </a:moveTo>
                  <a:lnTo>
                    <a:pt x="212" y="229"/>
                  </a:lnTo>
                  <a:cubicBezTo>
                    <a:pt x="212" y="112"/>
                    <a:pt x="117" y="17"/>
                    <a:pt x="0" y="17"/>
                  </a:cubicBezTo>
                  <a:lnTo>
                    <a:pt x="0" y="0"/>
                  </a:lnTo>
                  <a:cubicBezTo>
                    <a:pt x="126" y="0"/>
                    <a:pt x="229" y="103"/>
                    <a:pt x="229"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52" name="Google Shape;326;p27"/>
            <p:cNvSpPr/>
            <p:nvPr/>
          </p:nvSpPr>
          <p:spPr>
            <a:xfrm>
              <a:off x="7656840" y="2644560"/>
              <a:ext cx="741600" cy="741600"/>
            </a:xfrm>
            <a:custGeom>
              <a:avLst/>
              <a:gdLst>
                <a:gd name="textAreaLeft" fmla="*/ 0 w 741600"/>
                <a:gd name="textAreaRight" fmla="*/ 741960 w 741600"/>
                <a:gd name="textAreaTop" fmla="*/ 0 h 741600"/>
                <a:gd name="textAreaBottom" fmla="*/ 741960 h 741600"/>
              </a:gdLst>
              <a:ahLst/>
              <a:cxnLst/>
              <a:rect l="textAreaLeft" t="textAreaTop" r="textAreaRight" b="textAreaBottom"/>
              <a:pathLst>
                <a:path w="891" h="890">
                  <a:moveTo>
                    <a:pt x="18" y="889"/>
                  </a:moveTo>
                  <a:lnTo>
                    <a:pt x="0" y="889"/>
                  </a:lnTo>
                  <a:cubicBezTo>
                    <a:pt x="0" y="399"/>
                    <a:pt x="399" y="0"/>
                    <a:pt x="890" y="0"/>
                  </a:cubicBezTo>
                  <a:lnTo>
                    <a:pt x="890" y="17"/>
                  </a:lnTo>
                  <a:cubicBezTo>
                    <a:pt x="409" y="17"/>
                    <a:pt x="18" y="408"/>
                    <a:pt x="18" y="88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53" name="Google Shape;327;p27"/>
            <p:cNvSpPr/>
            <p:nvPr/>
          </p:nvSpPr>
          <p:spPr>
            <a:xfrm>
              <a:off x="7656840" y="2644560"/>
              <a:ext cx="190440" cy="190440"/>
            </a:xfrm>
            <a:custGeom>
              <a:avLst/>
              <a:gdLst>
                <a:gd name="textAreaLeft" fmla="*/ 0 w 190440"/>
                <a:gd name="textAreaRight" fmla="*/ 190800 w 190440"/>
                <a:gd name="textAreaTop" fmla="*/ 0 h 190440"/>
                <a:gd name="textAreaBottom" fmla="*/ 190800 h 190440"/>
              </a:gdLst>
              <a:ahLst/>
              <a:cxnLst/>
              <a:rect l="textAreaLeft" t="textAreaTop" r="textAreaRight" b="textAreaBottom"/>
              <a:pathLst>
                <a:path w="230" h="230">
                  <a:moveTo>
                    <a:pt x="18" y="229"/>
                  </a:moveTo>
                  <a:lnTo>
                    <a:pt x="0" y="229"/>
                  </a:lnTo>
                  <a:cubicBezTo>
                    <a:pt x="0" y="102"/>
                    <a:pt x="103" y="0"/>
                    <a:pt x="229" y="0"/>
                  </a:cubicBezTo>
                  <a:lnTo>
                    <a:pt x="229" y="17"/>
                  </a:lnTo>
                  <a:cubicBezTo>
                    <a:pt x="113" y="17"/>
                    <a:pt x="18" y="112"/>
                    <a:pt x="18"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54" name="Google Shape;328;p27"/>
            <p:cNvSpPr/>
            <p:nvPr/>
          </p:nvSpPr>
          <p:spPr>
            <a:xfrm>
              <a:off x="7656840" y="1928520"/>
              <a:ext cx="741600" cy="741600"/>
            </a:xfrm>
            <a:custGeom>
              <a:avLst/>
              <a:gdLst>
                <a:gd name="textAreaLeft" fmla="*/ 0 w 741600"/>
                <a:gd name="textAreaRight" fmla="*/ 741960 w 741600"/>
                <a:gd name="textAreaTop" fmla="*/ 0 h 741600"/>
                <a:gd name="textAreaBottom" fmla="*/ 741960 h 741600"/>
              </a:gdLst>
              <a:ahLst/>
              <a:cxnLst/>
              <a:rect l="textAreaLeft" t="textAreaTop" r="textAreaRight" b="textAreaBottom"/>
              <a:pathLst>
                <a:path w="891" h="891">
                  <a:moveTo>
                    <a:pt x="890" y="890"/>
                  </a:moveTo>
                  <a:cubicBezTo>
                    <a:pt x="399" y="890"/>
                    <a:pt x="0" y="491"/>
                    <a:pt x="0" y="0"/>
                  </a:cubicBezTo>
                  <a:lnTo>
                    <a:pt x="17" y="0"/>
                  </a:lnTo>
                  <a:cubicBezTo>
                    <a:pt x="17" y="481"/>
                    <a:pt x="409" y="873"/>
                    <a:pt x="890" y="873"/>
                  </a:cubicBezTo>
                  <a:lnTo>
                    <a:pt x="890" y="890"/>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55" name="Google Shape;329;p27"/>
            <p:cNvSpPr/>
            <p:nvPr/>
          </p:nvSpPr>
          <p:spPr>
            <a:xfrm>
              <a:off x="7656840" y="2479320"/>
              <a:ext cx="190440" cy="190440"/>
            </a:xfrm>
            <a:custGeom>
              <a:avLst/>
              <a:gdLst>
                <a:gd name="textAreaLeft" fmla="*/ 0 w 190440"/>
                <a:gd name="textAreaRight" fmla="*/ 190800 w 190440"/>
                <a:gd name="textAreaTop" fmla="*/ 0 h 190440"/>
                <a:gd name="textAreaBottom" fmla="*/ 190800 h 190440"/>
              </a:gdLst>
              <a:ahLst/>
              <a:cxnLst/>
              <a:rect l="textAreaLeft" t="textAreaTop" r="textAreaRight" b="textAreaBottom"/>
              <a:pathLst>
                <a:path w="230" h="230">
                  <a:moveTo>
                    <a:pt x="229" y="229"/>
                  </a:moveTo>
                  <a:cubicBezTo>
                    <a:pt x="103" y="229"/>
                    <a:pt x="0" y="126"/>
                    <a:pt x="0" y="0"/>
                  </a:cubicBezTo>
                  <a:lnTo>
                    <a:pt x="17" y="0"/>
                  </a:lnTo>
                  <a:cubicBezTo>
                    <a:pt x="17" y="117"/>
                    <a:pt x="112" y="212"/>
                    <a:pt x="229" y="212"/>
                  </a:cubicBezTo>
                  <a:lnTo>
                    <a:pt x="229" y="229"/>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256" name="Google Shape;330;p27"/>
          <p:cNvGrpSpPr/>
          <p:nvPr/>
        </p:nvGrpSpPr>
        <p:grpSpPr>
          <a:xfrm>
            <a:off x="7480440" y="1289880"/>
            <a:ext cx="366840" cy="355680"/>
            <a:chOff x="7480440" y="1289880"/>
            <a:chExt cx="366840" cy="355680"/>
          </a:xfrm>
        </p:grpSpPr>
        <p:sp>
          <p:nvSpPr>
            <p:cNvPr id="257" name="Google Shape;331;p27"/>
            <p:cNvSpPr/>
            <p:nvPr/>
          </p:nvSpPr>
          <p:spPr>
            <a:xfrm>
              <a:off x="7480440" y="1289880"/>
              <a:ext cx="190440" cy="190440"/>
            </a:xfrm>
            <a:custGeom>
              <a:avLst/>
              <a:gdLst>
                <a:gd name="textAreaLeft" fmla="*/ 0 w 190440"/>
                <a:gd name="textAreaRight" fmla="*/ 190800 w 190440"/>
                <a:gd name="textAreaTop" fmla="*/ 0 h 190440"/>
                <a:gd name="textAreaBottom" fmla="*/ 190800 h 190440"/>
              </a:gdLst>
              <a:ahLst/>
              <a:cxnLst/>
              <a:rect l="textAreaLeft" t="textAreaTop" r="textAreaRight" b="textAreaBottom"/>
              <a:pathLst>
                <a:path w="230" h="231">
                  <a:moveTo>
                    <a:pt x="0" y="230"/>
                  </a:moveTo>
                  <a:lnTo>
                    <a:pt x="0" y="212"/>
                  </a:lnTo>
                  <a:cubicBezTo>
                    <a:pt x="116" y="212"/>
                    <a:pt x="211" y="117"/>
                    <a:pt x="211" y="0"/>
                  </a:cubicBezTo>
                  <a:lnTo>
                    <a:pt x="229" y="0"/>
                  </a:lnTo>
                  <a:cubicBezTo>
                    <a:pt x="229" y="127"/>
                    <a:pt x="126" y="230"/>
                    <a:pt x="0" y="23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58" name="Google Shape;332;p27"/>
            <p:cNvSpPr/>
            <p:nvPr/>
          </p:nvSpPr>
          <p:spPr>
            <a:xfrm>
              <a:off x="7480440" y="1455120"/>
              <a:ext cx="190440" cy="190440"/>
            </a:xfrm>
            <a:custGeom>
              <a:avLst/>
              <a:gdLst>
                <a:gd name="textAreaLeft" fmla="*/ 0 w 190440"/>
                <a:gd name="textAreaRight" fmla="*/ 190800 w 190440"/>
                <a:gd name="textAreaTop" fmla="*/ 0 h 190440"/>
                <a:gd name="textAreaBottom" fmla="*/ 190800 h 190440"/>
              </a:gdLst>
              <a:ahLst/>
              <a:cxnLst/>
              <a:rect l="textAreaLeft" t="textAreaTop" r="textAreaRight" b="textAreaBottom"/>
              <a:pathLst>
                <a:path w="230" h="230">
                  <a:moveTo>
                    <a:pt x="229" y="229"/>
                  </a:moveTo>
                  <a:lnTo>
                    <a:pt x="212" y="229"/>
                  </a:lnTo>
                  <a:cubicBezTo>
                    <a:pt x="212" y="112"/>
                    <a:pt x="117" y="17"/>
                    <a:pt x="0" y="17"/>
                  </a:cubicBezTo>
                  <a:lnTo>
                    <a:pt x="0" y="0"/>
                  </a:lnTo>
                  <a:cubicBezTo>
                    <a:pt x="126" y="0"/>
                    <a:pt x="229" y="103"/>
                    <a:pt x="229"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59" name="Google Shape;333;p27"/>
            <p:cNvSpPr/>
            <p:nvPr/>
          </p:nvSpPr>
          <p:spPr>
            <a:xfrm>
              <a:off x="7656840" y="1455120"/>
              <a:ext cx="190440" cy="190440"/>
            </a:xfrm>
            <a:custGeom>
              <a:avLst/>
              <a:gdLst>
                <a:gd name="textAreaLeft" fmla="*/ 0 w 190440"/>
                <a:gd name="textAreaRight" fmla="*/ 190800 w 190440"/>
                <a:gd name="textAreaTop" fmla="*/ 0 h 190440"/>
                <a:gd name="textAreaBottom" fmla="*/ 190800 h 190440"/>
              </a:gdLst>
              <a:ahLst/>
              <a:cxnLst/>
              <a:rect l="textAreaLeft" t="textAreaTop" r="textAreaRight" b="textAreaBottom"/>
              <a:pathLst>
                <a:path w="230" h="230">
                  <a:moveTo>
                    <a:pt x="18" y="229"/>
                  </a:moveTo>
                  <a:lnTo>
                    <a:pt x="0" y="229"/>
                  </a:lnTo>
                  <a:cubicBezTo>
                    <a:pt x="0" y="102"/>
                    <a:pt x="103" y="0"/>
                    <a:pt x="229" y="0"/>
                  </a:cubicBezTo>
                  <a:lnTo>
                    <a:pt x="229" y="17"/>
                  </a:lnTo>
                  <a:cubicBezTo>
                    <a:pt x="113" y="17"/>
                    <a:pt x="18" y="112"/>
                    <a:pt x="18"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60" name="Google Shape;334;p27"/>
            <p:cNvSpPr/>
            <p:nvPr/>
          </p:nvSpPr>
          <p:spPr>
            <a:xfrm>
              <a:off x="7656840" y="1289880"/>
              <a:ext cx="190440" cy="190440"/>
            </a:xfrm>
            <a:custGeom>
              <a:avLst/>
              <a:gdLst>
                <a:gd name="textAreaLeft" fmla="*/ 0 w 190440"/>
                <a:gd name="textAreaRight" fmla="*/ 190800 w 190440"/>
                <a:gd name="textAreaTop" fmla="*/ 0 h 190440"/>
                <a:gd name="textAreaBottom" fmla="*/ 190800 h 190440"/>
              </a:gdLst>
              <a:ahLst/>
              <a:cxnLst/>
              <a:rect l="textAreaLeft" t="textAreaTop" r="textAreaRight" b="textAreaBottom"/>
              <a:pathLst>
                <a:path w="230" h="230">
                  <a:moveTo>
                    <a:pt x="229" y="229"/>
                  </a:moveTo>
                  <a:cubicBezTo>
                    <a:pt x="103" y="229"/>
                    <a:pt x="0" y="126"/>
                    <a:pt x="0" y="0"/>
                  </a:cubicBezTo>
                  <a:lnTo>
                    <a:pt x="17" y="0"/>
                  </a:lnTo>
                  <a:cubicBezTo>
                    <a:pt x="17" y="117"/>
                    <a:pt x="112" y="212"/>
                    <a:pt x="229" y="212"/>
                  </a:cubicBezTo>
                  <a:lnTo>
                    <a:pt x="229" y="229"/>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laceHolder 1"/>
          <p:cNvSpPr>
            <a:spLocks noGrp="1"/>
          </p:cNvSpPr>
          <p:nvPr>
            <p:ph type="subTitle"/>
          </p:nvPr>
        </p:nvSpPr>
        <p:spPr>
          <a:xfrm>
            <a:off x="3495600" y="3095640"/>
            <a:ext cx="4866840" cy="1257120"/>
          </a:xfrm>
          <a:prstGeom prst="rect">
            <a:avLst/>
          </a:prstGeom>
          <a:noFill/>
          <a:ln w="0">
            <a:noFill/>
          </a:ln>
        </p:spPr>
        <p:txBody>
          <a:bodyPr lIns="91440" tIns="91440" rIns="91440" bIns="91440" anchor="t">
            <a:normAutofit fontScale="86943"/>
          </a:bodyPr>
          <a:lstStyle/>
          <a:p>
            <a:pPr>
              <a:lnSpc>
                <a:spcPct val="100000"/>
              </a:lnSpc>
              <a:tabLst>
                <a:tab pos="0" algn="l"/>
              </a:tabLst>
            </a:pPr>
            <a:r>
              <a:rPr lang="en" sz="1600" b="0" strike="noStrike" spc="-1">
                <a:solidFill>
                  <a:schemeClr val="dk1"/>
                </a:solidFill>
                <a:latin typeface="Raleway"/>
                <a:ea typeface="Raleway"/>
              </a:rPr>
              <a:t>This presentation delves into the concepts of gesture-based human-computer interaction, highlighting essential technologies like OpenCV and MediaPipe, and their applications. We will explore how these tools can create an intuitive user experience through gesture recognition.</a:t>
            </a:r>
            <a:endParaRPr lang="en-US" sz="1600" b="0" strike="noStrike" spc="-1">
              <a:solidFill>
                <a:srgbClr val="FFFFFF"/>
              </a:solidFill>
              <a:latin typeface="OpenSymbol"/>
            </a:endParaRPr>
          </a:p>
        </p:txBody>
      </p:sp>
      <p:sp>
        <p:nvSpPr>
          <p:cNvPr id="262" name="PlaceHolder 2"/>
          <p:cNvSpPr>
            <a:spLocks noGrp="1"/>
          </p:cNvSpPr>
          <p:nvPr>
            <p:ph type="title"/>
          </p:nvPr>
        </p:nvSpPr>
        <p:spPr>
          <a:xfrm>
            <a:off x="3495600" y="2295360"/>
            <a:ext cx="4866840" cy="799920"/>
          </a:xfrm>
          <a:prstGeom prst="rect">
            <a:avLst/>
          </a:prstGeom>
          <a:noFill/>
          <a:ln w="0">
            <a:noFill/>
          </a:ln>
        </p:spPr>
        <p:txBody>
          <a:bodyPr lIns="91440" tIns="91440" rIns="91440" bIns="91440" anchor="b">
            <a:normAutofit fontScale="90415"/>
          </a:bodyPr>
          <a:lstStyle/>
          <a:p>
            <a:pPr indent="0">
              <a:lnSpc>
                <a:spcPct val="100000"/>
              </a:lnSpc>
              <a:buNone/>
              <a:tabLst>
                <a:tab pos="0" algn="l"/>
              </a:tabLst>
            </a:pPr>
            <a:r>
              <a:rPr lang="en" sz="4500" b="0" strike="noStrike" spc="-1">
                <a:solidFill>
                  <a:schemeClr val="dk1"/>
                </a:solidFill>
                <a:latin typeface="Sorts Mill Goudy"/>
                <a:ea typeface="Sorts Mill Goudy"/>
              </a:rPr>
              <a:t>Introduction</a:t>
            </a:r>
            <a:endParaRPr lang="fr-FR" sz="4500" b="0" strike="noStrike" spc="-1">
              <a:solidFill>
                <a:schemeClr val="dk1"/>
              </a:solidFill>
              <a:latin typeface="Arial"/>
            </a:endParaRPr>
          </a:p>
        </p:txBody>
      </p:sp>
      <p:grpSp>
        <p:nvGrpSpPr>
          <p:cNvPr id="263" name="Google Shape;350;p29"/>
          <p:cNvGrpSpPr/>
          <p:nvPr/>
        </p:nvGrpSpPr>
        <p:grpSpPr>
          <a:xfrm>
            <a:off x="1087560" y="1695240"/>
            <a:ext cx="1752840" cy="1752840"/>
            <a:chOff x="1087560" y="1695240"/>
            <a:chExt cx="1752840" cy="1752840"/>
          </a:xfrm>
        </p:grpSpPr>
        <p:sp>
          <p:nvSpPr>
            <p:cNvPr id="264" name="Google Shape;351;p29"/>
            <p:cNvSpPr/>
            <p:nvPr/>
          </p:nvSpPr>
          <p:spPr>
            <a:xfrm>
              <a:off x="1335960" y="1946160"/>
              <a:ext cx="1253880" cy="1253880"/>
            </a:xfrm>
            <a:custGeom>
              <a:avLst/>
              <a:gdLst>
                <a:gd name="textAreaLeft" fmla="*/ 0 w 1253880"/>
                <a:gd name="textAreaRight" fmla="*/ 1254240 w 1253880"/>
                <a:gd name="textAreaTop" fmla="*/ 0 h 1253880"/>
                <a:gd name="textAreaBottom" fmla="*/ 1254240 h 1253880"/>
              </a:gdLst>
              <a:ahLst/>
              <a:cxnLst/>
              <a:rect l="textAreaLeft" t="textAreaTop" r="textAreaRight" b="textAreaBottom"/>
              <a:pathLst>
                <a:path w="2094" h="2094">
                  <a:moveTo>
                    <a:pt x="2093" y="2093"/>
                  </a:moveTo>
                  <a:lnTo>
                    <a:pt x="0" y="2093"/>
                  </a:lnTo>
                  <a:lnTo>
                    <a:pt x="0" y="0"/>
                  </a:lnTo>
                  <a:lnTo>
                    <a:pt x="2093" y="0"/>
                  </a:lnTo>
                  <a:lnTo>
                    <a:pt x="2093" y="2093"/>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265" name="Google Shape;352;p29"/>
            <p:cNvSpPr/>
            <p:nvPr/>
          </p:nvSpPr>
          <p:spPr>
            <a:xfrm>
              <a:off x="1330560" y="1940760"/>
              <a:ext cx="1264320" cy="1264320"/>
            </a:xfrm>
            <a:custGeom>
              <a:avLst/>
              <a:gdLst>
                <a:gd name="textAreaLeft" fmla="*/ 0 w 1264320"/>
                <a:gd name="textAreaRight" fmla="*/ 1264680 w 1264320"/>
                <a:gd name="textAreaTop" fmla="*/ 0 h 1264320"/>
                <a:gd name="textAreaBottom" fmla="*/ 1264680 h 1264320"/>
              </a:gdLst>
              <a:ahLst/>
              <a:cxnLst/>
              <a:rect l="textAreaLeft" t="textAreaTop" r="textAreaRight" b="textAreaBottom"/>
              <a:pathLst>
                <a:path w="2111" h="2111">
                  <a:moveTo>
                    <a:pt x="18" y="2092"/>
                  </a:moveTo>
                  <a:lnTo>
                    <a:pt x="2093" y="2092"/>
                  </a:lnTo>
                  <a:lnTo>
                    <a:pt x="2093" y="17"/>
                  </a:lnTo>
                  <a:lnTo>
                    <a:pt x="18" y="17"/>
                  </a:lnTo>
                  <a:lnTo>
                    <a:pt x="18" y="2092"/>
                  </a:lnTo>
                  <a:close/>
                  <a:moveTo>
                    <a:pt x="2110" y="2110"/>
                  </a:moveTo>
                  <a:lnTo>
                    <a:pt x="0" y="2110"/>
                  </a:lnTo>
                  <a:lnTo>
                    <a:pt x="0" y="0"/>
                  </a:lnTo>
                  <a:lnTo>
                    <a:pt x="2110" y="0"/>
                  </a:lnTo>
                  <a:lnTo>
                    <a:pt x="2110" y="21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66" name="Google Shape;353;p29"/>
            <p:cNvSpPr/>
            <p:nvPr/>
          </p:nvSpPr>
          <p:spPr>
            <a:xfrm>
              <a:off x="1420200" y="2027880"/>
              <a:ext cx="1087560" cy="1087560"/>
            </a:xfrm>
            <a:custGeom>
              <a:avLst/>
              <a:gdLst>
                <a:gd name="textAreaLeft" fmla="*/ 0 w 1087560"/>
                <a:gd name="textAreaRight" fmla="*/ 1087920 w 1087560"/>
                <a:gd name="textAreaTop" fmla="*/ 0 h 1087560"/>
                <a:gd name="textAreaBottom" fmla="*/ 1087920 h 1087560"/>
              </a:gdLst>
              <a:ahLst/>
              <a:cxnLst/>
              <a:rect l="textAreaLeft" t="textAreaTop" r="textAreaRight" b="textAreaBottom"/>
              <a:pathLst>
                <a:path w="1816" h="1816">
                  <a:moveTo>
                    <a:pt x="1815" y="1815"/>
                  </a:moveTo>
                  <a:lnTo>
                    <a:pt x="0" y="1815"/>
                  </a:lnTo>
                  <a:lnTo>
                    <a:pt x="0" y="0"/>
                  </a:lnTo>
                  <a:lnTo>
                    <a:pt x="1815" y="0"/>
                  </a:lnTo>
                  <a:lnTo>
                    <a:pt x="1815" y="1815"/>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267" name="Google Shape;354;p29"/>
            <p:cNvSpPr/>
            <p:nvPr/>
          </p:nvSpPr>
          <p:spPr>
            <a:xfrm>
              <a:off x="1095480" y="1703160"/>
              <a:ext cx="1737000" cy="1737000"/>
            </a:xfrm>
            <a:custGeom>
              <a:avLst/>
              <a:gdLst>
                <a:gd name="textAreaLeft" fmla="*/ 0 w 1737000"/>
                <a:gd name="textAreaRight" fmla="*/ 1737360 w 1737000"/>
                <a:gd name="textAreaTop" fmla="*/ 0 h 1737000"/>
                <a:gd name="textAreaBottom" fmla="*/ 1737360 h 1737000"/>
              </a:gdLst>
              <a:ahLst/>
              <a:cxnLst/>
              <a:rect l="textAreaLeft" t="textAreaTop" r="textAreaRight" b="textAreaBottom"/>
              <a:pathLst>
                <a:path w="2902" h="2902">
                  <a:moveTo>
                    <a:pt x="1450" y="2901"/>
                  </a:moveTo>
                  <a:lnTo>
                    <a:pt x="0" y="1451"/>
                  </a:lnTo>
                  <a:lnTo>
                    <a:pt x="1450" y="0"/>
                  </a:lnTo>
                  <a:lnTo>
                    <a:pt x="2901" y="1451"/>
                  </a:lnTo>
                  <a:lnTo>
                    <a:pt x="1450" y="2901"/>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268" name="Google Shape;355;p29"/>
            <p:cNvSpPr/>
            <p:nvPr/>
          </p:nvSpPr>
          <p:spPr>
            <a:xfrm>
              <a:off x="1087560" y="1695240"/>
              <a:ext cx="1752840" cy="1752840"/>
            </a:xfrm>
            <a:custGeom>
              <a:avLst/>
              <a:gdLst>
                <a:gd name="textAreaLeft" fmla="*/ 0 w 1752840"/>
                <a:gd name="textAreaRight" fmla="*/ 1753200 w 1752840"/>
                <a:gd name="textAreaTop" fmla="*/ 0 h 1752840"/>
                <a:gd name="textAreaBottom" fmla="*/ 1753200 h 1752840"/>
              </a:gdLst>
              <a:ahLst/>
              <a:cxnLst/>
              <a:rect l="textAreaLeft" t="textAreaTop" r="textAreaRight" b="textAreaBottom"/>
              <a:pathLst>
                <a:path w="2928" h="2928">
                  <a:moveTo>
                    <a:pt x="25" y="1464"/>
                  </a:moveTo>
                  <a:lnTo>
                    <a:pt x="1463" y="2902"/>
                  </a:lnTo>
                  <a:lnTo>
                    <a:pt x="2902" y="1464"/>
                  </a:lnTo>
                  <a:lnTo>
                    <a:pt x="1463" y="25"/>
                  </a:lnTo>
                  <a:lnTo>
                    <a:pt x="25" y="1464"/>
                  </a:lnTo>
                  <a:close/>
                  <a:moveTo>
                    <a:pt x="1463" y="2927"/>
                  </a:moveTo>
                  <a:lnTo>
                    <a:pt x="0" y="1464"/>
                  </a:lnTo>
                  <a:lnTo>
                    <a:pt x="1463" y="0"/>
                  </a:lnTo>
                  <a:lnTo>
                    <a:pt x="2927" y="1464"/>
                  </a:lnTo>
                  <a:lnTo>
                    <a:pt x="1463" y="292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69" name="Google Shape;356;p29"/>
            <p:cNvSpPr/>
            <p:nvPr/>
          </p:nvSpPr>
          <p:spPr>
            <a:xfrm>
              <a:off x="1684440" y="2294640"/>
              <a:ext cx="556920" cy="554040"/>
            </a:xfrm>
            <a:custGeom>
              <a:avLst/>
              <a:gdLst>
                <a:gd name="textAreaLeft" fmla="*/ 0 w 556920"/>
                <a:gd name="textAreaRight" fmla="*/ 557280 w 556920"/>
                <a:gd name="textAreaTop" fmla="*/ 0 h 554040"/>
                <a:gd name="textAreaBottom" fmla="*/ 554400 h 554040"/>
              </a:gdLst>
              <a:ahLst/>
              <a:cxnLst/>
              <a:rect l="textAreaLeft" t="textAreaTop" r="textAreaRight" b="textAreaBottom"/>
              <a:pathLst>
                <a:path w="929" h="928">
                  <a:moveTo>
                    <a:pt x="928" y="927"/>
                  </a:moveTo>
                  <a:lnTo>
                    <a:pt x="0" y="927"/>
                  </a:lnTo>
                  <a:lnTo>
                    <a:pt x="0" y="0"/>
                  </a:lnTo>
                  <a:lnTo>
                    <a:pt x="928" y="0"/>
                  </a:lnTo>
                  <a:lnTo>
                    <a:pt x="928" y="927"/>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270" name="Google Shape;357;p29"/>
            <p:cNvSpPr/>
            <p:nvPr/>
          </p:nvSpPr>
          <p:spPr>
            <a:xfrm>
              <a:off x="1679040" y="2289240"/>
              <a:ext cx="567360" cy="567360"/>
            </a:xfrm>
            <a:custGeom>
              <a:avLst/>
              <a:gdLst>
                <a:gd name="textAreaLeft" fmla="*/ 0 w 567360"/>
                <a:gd name="textAreaRight" fmla="*/ 567720 w 567360"/>
                <a:gd name="textAreaTop" fmla="*/ 0 h 567360"/>
                <a:gd name="textAreaBottom" fmla="*/ 567720 h 5673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71" name="Google Shape;358;p29"/>
            <p:cNvSpPr/>
            <p:nvPr/>
          </p:nvSpPr>
          <p:spPr>
            <a:xfrm>
              <a:off x="1721520" y="2331360"/>
              <a:ext cx="482760" cy="480240"/>
            </a:xfrm>
            <a:custGeom>
              <a:avLst/>
              <a:gdLst>
                <a:gd name="textAreaLeft" fmla="*/ 0 w 482760"/>
                <a:gd name="textAreaRight" fmla="*/ 483120 w 482760"/>
                <a:gd name="textAreaTop" fmla="*/ 0 h 480240"/>
                <a:gd name="textAreaBottom" fmla="*/ 480600 h 480240"/>
              </a:gdLst>
              <a:ahLst/>
              <a:cxnLst/>
              <a:rect l="textAreaLeft" t="textAreaTop" r="textAreaRight" b="textAreaBottom"/>
              <a:pathLst>
                <a:path w="805" h="804">
                  <a:moveTo>
                    <a:pt x="804" y="803"/>
                  </a:moveTo>
                  <a:lnTo>
                    <a:pt x="0" y="803"/>
                  </a:lnTo>
                  <a:lnTo>
                    <a:pt x="0" y="0"/>
                  </a:lnTo>
                  <a:lnTo>
                    <a:pt x="804" y="0"/>
                  </a:lnTo>
                  <a:lnTo>
                    <a:pt x="804" y="803"/>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1752480" y="2247840"/>
            <a:ext cx="5638320" cy="818640"/>
          </a:xfrm>
          <a:prstGeom prst="rect">
            <a:avLst/>
          </a:prstGeom>
          <a:noFill/>
          <a:ln w="0">
            <a:noFill/>
          </a:ln>
        </p:spPr>
        <p:txBody>
          <a:bodyPr lIns="91440" tIns="91440" rIns="91440" bIns="91440" anchor="b">
            <a:normAutofit fontScale="84194"/>
          </a:bodyPr>
          <a:lstStyle/>
          <a:p>
            <a:pPr indent="0" algn="ctr">
              <a:lnSpc>
                <a:spcPct val="100000"/>
              </a:lnSpc>
              <a:buNone/>
              <a:tabLst>
                <a:tab pos="0" algn="l"/>
              </a:tabLst>
            </a:pPr>
            <a:r>
              <a:rPr lang="en" sz="5000" b="0" strike="noStrike" spc="-1">
                <a:solidFill>
                  <a:schemeClr val="dk1"/>
                </a:solidFill>
                <a:latin typeface="Sorts Mill Goudy"/>
                <a:ea typeface="Sorts Mill Goudy"/>
              </a:rPr>
              <a:t>System Overview</a:t>
            </a:r>
            <a:endParaRPr lang="fr-FR" sz="5000" b="0" strike="noStrike" spc="-1">
              <a:solidFill>
                <a:schemeClr val="dk1"/>
              </a:solidFill>
              <a:latin typeface="Arial"/>
            </a:endParaRPr>
          </a:p>
        </p:txBody>
      </p:sp>
      <p:sp>
        <p:nvSpPr>
          <p:cNvPr id="273" name="PlaceHolder 2"/>
          <p:cNvSpPr>
            <a:spLocks noGrp="1"/>
          </p:cNvSpPr>
          <p:nvPr>
            <p:ph type="title"/>
          </p:nvPr>
        </p:nvSpPr>
        <p:spPr>
          <a:xfrm>
            <a:off x="3790800" y="1285920"/>
            <a:ext cx="1552320" cy="971280"/>
          </a:xfrm>
          <a:prstGeom prst="rect">
            <a:avLst/>
          </a:prstGeom>
          <a:noFill/>
          <a:ln w="0">
            <a:noFill/>
          </a:ln>
        </p:spPr>
        <p:txBody>
          <a:bodyPr lIns="91440" tIns="91440" rIns="91440" bIns="91440" anchor="ctr">
            <a:normAutofit fontScale="87486"/>
          </a:bodyPr>
          <a:lstStyle/>
          <a:p>
            <a:pPr indent="0" algn="ctr">
              <a:lnSpc>
                <a:spcPct val="100000"/>
              </a:lnSpc>
              <a:buNone/>
              <a:tabLst>
                <a:tab pos="0" algn="l"/>
              </a:tabLst>
            </a:pPr>
            <a:r>
              <a:rPr lang="en" sz="6000" b="0" strike="noStrike" spc="-1">
                <a:solidFill>
                  <a:schemeClr val="dk1"/>
                </a:solidFill>
                <a:latin typeface="Sorts Mill Goudy"/>
                <a:ea typeface="Sorts Mill Goudy"/>
              </a:rPr>
              <a:t>01</a:t>
            </a:r>
            <a:endParaRPr lang="fr-FR" sz="6000" b="0" strike="noStrike" spc="-1">
              <a:solidFill>
                <a:schemeClr val="dk1"/>
              </a:solidFill>
              <a:latin typeface="Arial"/>
            </a:endParaRPr>
          </a:p>
        </p:txBody>
      </p:sp>
      <p:sp>
        <p:nvSpPr>
          <p:cNvPr id="274" name="PlaceHolder 3"/>
          <p:cNvSpPr>
            <a:spLocks noGrp="1"/>
          </p:cNvSpPr>
          <p:nvPr>
            <p:ph type="subTitle"/>
          </p:nvPr>
        </p:nvSpPr>
        <p:spPr>
          <a:xfrm>
            <a:off x="1752480" y="3105000"/>
            <a:ext cx="5638320" cy="390240"/>
          </a:xfrm>
          <a:prstGeom prst="rect">
            <a:avLst/>
          </a:prstGeom>
          <a:noFill/>
          <a:ln w="0">
            <a:noFill/>
          </a:ln>
        </p:spPr>
        <p:txBody>
          <a:bodyPr lIns="91440" tIns="91440" rIns="91440" bIns="91440" anchor="t">
            <a:normAutofit fontScale="86943"/>
          </a:bodyPr>
          <a:lstStyle/>
          <a:p>
            <a:pPr indent="0" algn="ctr">
              <a:buNone/>
            </a:pPr>
            <a:endParaRPr lang="en-US" sz="1600" b="0" strike="noStrike" spc="-1">
              <a:solidFill>
                <a:schemeClr val="dk1"/>
              </a:solidFill>
              <a:latin typeface="Raleway"/>
              <a:ea typeface="Raleway"/>
            </a:endParaRPr>
          </a:p>
        </p:txBody>
      </p:sp>
      <p:grpSp>
        <p:nvGrpSpPr>
          <p:cNvPr id="275" name="Google Shape;411;p32"/>
          <p:cNvGrpSpPr/>
          <p:nvPr/>
        </p:nvGrpSpPr>
        <p:grpSpPr>
          <a:xfrm>
            <a:off x="6959880" y="900360"/>
            <a:ext cx="1468800" cy="1457640"/>
            <a:chOff x="6959880" y="900360"/>
            <a:chExt cx="1468800" cy="1457640"/>
          </a:xfrm>
        </p:grpSpPr>
        <p:sp>
          <p:nvSpPr>
            <p:cNvPr id="276" name="Google Shape;412;p32"/>
            <p:cNvSpPr/>
            <p:nvPr/>
          </p:nvSpPr>
          <p:spPr>
            <a:xfrm flipH="1">
              <a:off x="7687080" y="900360"/>
              <a:ext cx="741600" cy="741600"/>
            </a:xfrm>
            <a:custGeom>
              <a:avLst/>
              <a:gdLst>
                <a:gd name="textAreaLeft" fmla="*/ 360 w 741600"/>
                <a:gd name="textAreaRight" fmla="*/ 742320 w 741600"/>
                <a:gd name="textAreaTop" fmla="*/ 0 h 741600"/>
                <a:gd name="textAreaBottom" fmla="*/ 741960 h 741600"/>
              </a:gdLst>
              <a:ahLst/>
              <a:cxnLst/>
              <a:rect l="textAreaLeft" t="textAreaTop" r="textAreaRight" b="textAreaBottom"/>
              <a:pathLst>
                <a:path w="891" h="891">
                  <a:moveTo>
                    <a:pt x="0" y="890"/>
                  </a:moveTo>
                  <a:lnTo>
                    <a:pt x="0" y="873"/>
                  </a:lnTo>
                  <a:cubicBezTo>
                    <a:pt x="481" y="873"/>
                    <a:pt x="872" y="481"/>
                    <a:pt x="872" y="0"/>
                  </a:cubicBezTo>
                  <a:lnTo>
                    <a:pt x="890" y="0"/>
                  </a:lnTo>
                  <a:cubicBezTo>
                    <a:pt x="890" y="491"/>
                    <a:pt x="490" y="890"/>
                    <a:pt x="0" y="89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77" name="Google Shape;413;p32"/>
            <p:cNvSpPr/>
            <p:nvPr/>
          </p:nvSpPr>
          <p:spPr>
            <a:xfrm flipH="1">
              <a:off x="7686360" y="145116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1">
                  <a:moveTo>
                    <a:pt x="0" y="230"/>
                  </a:moveTo>
                  <a:lnTo>
                    <a:pt x="0" y="212"/>
                  </a:lnTo>
                  <a:cubicBezTo>
                    <a:pt x="116" y="212"/>
                    <a:pt x="211" y="117"/>
                    <a:pt x="211" y="0"/>
                  </a:cubicBezTo>
                  <a:lnTo>
                    <a:pt x="229" y="0"/>
                  </a:lnTo>
                  <a:cubicBezTo>
                    <a:pt x="229" y="127"/>
                    <a:pt x="126" y="230"/>
                    <a:pt x="0" y="23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78" name="Google Shape;414;p32"/>
            <p:cNvSpPr/>
            <p:nvPr/>
          </p:nvSpPr>
          <p:spPr>
            <a:xfrm flipH="1">
              <a:off x="7687080" y="1616400"/>
              <a:ext cx="741600" cy="741600"/>
            </a:xfrm>
            <a:custGeom>
              <a:avLst/>
              <a:gdLst>
                <a:gd name="textAreaLeft" fmla="*/ 360 w 741600"/>
                <a:gd name="textAreaRight" fmla="*/ 742320 w 741600"/>
                <a:gd name="textAreaTop" fmla="*/ 0 h 741600"/>
                <a:gd name="textAreaBottom" fmla="*/ 741960 h 741600"/>
              </a:gdLst>
              <a:ahLst/>
              <a:cxnLst/>
              <a:rect l="textAreaLeft" t="textAreaTop" r="textAreaRight" b="textAreaBottom"/>
              <a:pathLst>
                <a:path w="891" h="890">
                  <a:moveTo>
                    <a:pt x="890" y="889"/>
                  </a:moveTo>
                  <a:lnTo>
                    <a:pt x="873" y="889"/>
                  </a:lnTo>
                  <a:cubicBezTo>
                    <a:pt x="873" y="408"/>
                    <a:pt x="481" y="17"/>
                    <a:pt x="0" y="17"/>
                  </a:cubicBezTo>
                  <a:lnTo>
                    <a:pt x="0" y="0"/>
                  </a:lnTo>
                  <a:cubicBezTo>
                    <a:pt x="491" y="0"/>
                    <a:pt x="890" y="399"/>
                    <a:pt x="890" y="88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79" name="Google Shape;415;p32"/>
            <p:cNvSpPr/>
            <p:nvPr/>
          </p:nvSpPr>
          <p:spPr>
            <a:xfrm flipH="1">
              <a:off x="7686360" y="161640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0">
                  <a:moveTo>
                    <a:pt x="229" y="229"/>
                  </a:moveTo>
                  <a:lnTo>
                    <a:pt x="212" y="229"/>
                  </a:lnTo>
                  <a:cubicBezTo>
                    <a:pt x="212" y="112"/>
                    <a:pt x="117" y="17"/>
                    <a:pt x="0" y="17"/>
                  </a:cubicBezTo>
                  <a:lnTo>
                    <a:pt x="0" y="0"/>
                  </a:lnTo>
                  <a:cubicBezTo>
                    <a:pt x="126" y="0"/>
                    <a:pt x="229" y="103"/>
                    <a:pt x="229"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80" name="Google Shape;416;p32"/>
            <p:cNvSpPr/>
            <p:nvPr/>
          </p:nvSpPr>
          <p:spPr>
            <a:xfrm flipH="1">
              <a:off x="6959880" y="1616400"/>
              <a:ext cx="741600" cy="741600"/>
            </a:xfrm>
            <a:custGeom>
              <a:avLst/>
              <a:gdLst>
                <a:gd name="textAreaLeft" fmla="*/ 360 w 741600"/>
                <a:gd name="textAreaRight" fmla="*/ 742320 w 741600"/>
                <a:gd name="textAreaTop" fmla="*/ 0 h 741600"/>
                <a:gd name="textAreaBottom" fmla="*/ 741960 h 741600"/>
              </a:gdLst>
              <a:ahLst/>
              <a:cxnLst/>
              <a:rect l="textAreaLeft" t="textAreaTop" r="textAreaRight" b="textAreaBottom"/>
              <a:pathLst>
                <a:path w="891" h="890">
                  <a:moveTo>
                    <a:pt x="18" y="889"/>
                  </a:moveTo>
                  <a:lnTo>
                    <a:pt x="0" y="889"/>
                  </a:lnTo>
                  <a:cubicBezTo>
                    <a:pt x="0" y="399"/>
                    <a:pt x="399" y="0"/>
                    <a:pt x="890" y="0"/>
                  </a:cubicBezTo>
                  <a:lnTo>
                    <a:pt x="890" y="17"/>
                  </a:lnTo>
                  <a:cubicBezTo>
                    <a:pt x="409" y="17"/>
                    <a:pt x="18" y="408"/>
                    <a:pt x="18" y="88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81" name="Google Shape;417;p32"/>
            <p:cNvSpPr/>
            <p:nvPr/>
          </p:nvSpPr>
          <p:spPr>
            <a:xfrm flipH="1">
              <a:off x="7509960" y="161640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0">
                  <a:moveTo>
                    <a:pt x="18" y="229"/>
                  </a:moveTo>
                  <a:lnTo>
                    <a:pt x="0" y="229"/>
                  </a:lnTo>
                  <a:cubicBezTo>
                    <a:pt x="0" y="102"/>
                    <a:pt x="103" y="0"/>
                    <a:pt x="229" y="0"/>
                  </a:cubicBezTo>
                  <a:lnTo>
                    <a:pt x="229" y="17"/>
                  </a:lnTo>
                  <a:cubicBezTo>
                    <a:pt x="113" y="17"/>
                    <a:pt x="18" y="112"/>
                    <a:pt x="18"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82" name="Google Shape;418;p32"/>
            <p:cNvSpPr/>
            <p:nvPr/>
          </p:nvSpPr>
          <p:spPr>
            <a:xfrm flipH="1">
              <a:off x="6959880" y="900360"/>
              <a:ext cx="741600" cy="741600"/>
            </a:xfrm>
            <a:custGeom>
              <a:avLst/>
              <a:gdLst>
                <a:gd name="textAreaLeft" fmla="*/ 360 w 741600"/>
                <a:gd name="textAreaRight" fmla="*/ 742320 w 741600"/>
                <a:gd name="textAreaTop" fmla="*/ 0 h 741600"/>
                <a:gd name="textAreaBottom" fmla="*/ 741960 h 741600"/>
              </a:gdLst>
              <a:ahLst/>
              <a:cxnLst/>
              <a:rect l="textAreaLeft" t="textAreaTop" r="textAreaRight" b="textAreaBottom"/>
              <a:pathLst>
                <a:path w="891" h="891">
                  <a:moveTo>
                    <a:pt x="890" y="890"/>
                  </a:moveTo>
                  <a:cubicBezTo>
                    <a:pt x="399" y="890"/>
                    <a:pt x="0" y="491"/>
                    <a:pt x="0" y="0"/>
                  </a:cubicBezTo>
                  <a:lnTo>
                    <a:pt x="17" y="0"/>
                  </a:lnTo>
                  <a:cubicBezTo>
                    <a:pt x="17" y="481"/>
                    <a:pt x="409" y="873"/>
                    <a:pt x="890" y="873"/>
                  </a:cubicBezTo>
                  <a:lnTo>
                    <a:pt x="890" y="890"/>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83" name="Google Shape;419;p32"/>
            <p:cNvSpPr/>
            <p:nvPr/>
          </p:nvSpPr>
          <p:spPr>
            <a:xfrm flipH="1">
              <a:off x="7509960" y="145116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0">
                  <a:moveTo>
                    <a:pt x="229" y="229"/>
                  </a:moveTo>
                  <a:cubicBezTo>
                    <a:pt x="103" y="229"/>
                    <a:pt x="0" y="126"/>
                    <a:pt x="0" y="0"/>
                  </a:cubicBezTo>
                  <a:lnTo>
                    <a:pt x="17" y="0"/>
                  </a:lnTo>
                  <a:cubicBezTo>
                    <a:pt x="17" y="117"/>
                    <a:pt x="112" y="212"/>
                    <a:pt x="229" y="212"/>
                  </a:cubicBezTo>
                  <a:lnTo>
                    <a:pt x="229" y="229"/>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284" name="Google Shape;420;p32"/>
          <p:cNvGrpSpPr/>
          <p:nvPr/>
        </p:nvGrpSpPr>
        <p:grpSpPr>
          <a:xfrm>
            <a:off x="971640" y="3669120"/>
            <a:ext cx="366840" cy="355680"/>
            <a:chOff x="971640" y="3669120"/>
            <a:chExt cx="366840" cy="355680"/>
          </a:xfrm>
        </p:grpSpPr>
        <p:sp>
          <p:nvSpPr>
            <p:cNvPr id="285" name="Google Shape;421;p32"/>
            <p:cNvSpPr/>
            <p:nvPr/>
          </p:nvSpPr>
          <p:spPr>
            <a:xfrm flipH="1">
              <a:off x="1147680" y="366912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1">
                  <a:moveTo>
                    <a:pt x="0" y="230"/>
                  </a:moveTo>
                  <a:lnTo>
                    <a:pt x="0" y="212"/>
                  </a:lnTo>
                  <a:cubicBezTo>
                    <a:pt x="116" y="212"/>
                    <a:pt x="211" y="117"/>
                    <a:pt x="211" y="0"/>
                  </a:cubicBezTo>
                  <a:lnTo>
                    <a:pt x="229" y="0"/>
                  </a:lnTo>
                  <a:cubicBezTo>
                    <a:pt x="229" y="127"/>
                    <a:pt x="126" y="230"/>
                    <a:pt x="0" y="23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86" name="Google Shape;422;p32"/>
            <p:cNvSpPr/>
            <p:nvPr/>
          </p:nvSpPr>
          <p:spPr>
            <a:xfrm flipH="1">
              <a:off x="1147680" y="383436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0">
                  <a:moveTo>
                    <a:pt x="229" y="229"/>
                  </a:moveTo>
                  <a:lnTo>
                    <a:pt x="212" y="229"/>
                  </a:lnTo>
                  <a:cubicBezTo>
                    <a:pt x="212" y="112"/>
                    <a:pt x="117" y="17"/>
                    <a:pt x="0" y="17"/>
                  </a:cubicBezTo>
                  <a:lnTo>
                    <a:pt x="0" y="0"/>
                  </a:lnTo>
                  <a:cubicBezTo>
                    <a:pt x="126" y="0"/>
                    <a:pt x="229" y="103"/>
                    <a:pt x="229"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87" name="Google Shape;423;p32"/>
            <p:cNvSpPr/>
            <p:nvPr/>
          </p:nvSpPr>
          <p:spPr>
            <a:xfrm flipH="1">
              <a:off x="971280" y="383436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0">
                  <a:moveTo>
                    <a:pt x="18" y="229"/>
                  </a:moveTo>
                  <a:lnTo>
                    <a:pt x="0" y="229"/>
                  </a:lnTo>
                  <a:cubicBezTo>
                    <a:pt x="0" y="102"/>
                    <a:pt x="103" y="0"/>
                    <a:pt x="229" y="0"/>
                  </a:cubicBezTo>
                  <a:lnTo>
                    <a:pt x="229" y="17"/>
                  </a:lnTo>
                  <a:cubicBezTo>
                    <a:pt x="113" y="17"/>
                    <a:pt x="18" y="112"/>
                    <a:pt x="18"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88" name="Google Shape;424;p32"/>
            <p:cNvSpPr/>
            <p:nvPr/>
          </p:nvSpPr>
          <p:spPr>
            <a:xfrm flipH="1">
              <a:off x="971280" y="366912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0">
                  <a:moveTo>
                    <a:pt x="229" y="229"/>
                  </a:moveTo>
                  <a:cubicBezTo>
                    <a:pt x="103" y="229"/>
                    <a:pt x="0" y="126"/>
                    <a:pt x="0" y="0"/>
                  </a:cubicBezTo>
                  <a:lnTo>
                    <a:pt x="17" y="0"/>
                  </a:lnTo>
                  <a:cubicBezTo>
                    <a:pt x="17" y="117"/>
                    <a:pt x="112" y="212"/>
                    <a:pt x="229" y="212"/>
                  </a:cubicBezTo>
                  <a:lnTo>
                    <a:pt x="229" y="229"/>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PlaceHolder 1"/>
          <p:cNvSpPr>
            <a:spLocks noGrp="1"/>
          </p:cNvSpPr>
          <p:nvPr>
            <p:ph type="subTitle"/>
          </p:nvPr>
        </p:nvSpPr>
        <p:spPr>
          <a:xfrm>
            <a:off x="3495600" y="3095640"/>
            <a:ext cx="4866840" cy="1257120"/>
          </a:xfrm>
          <a:prstGeom prst="rect">
            <a:avLst/>
          </a:prstGeom>
          <a:noFill/>
          <a:ln w="0">
            <a:noFill/>
          </a:ln>
        </p:spPr>
        <p:txBody>
          <a:bodyPr lIns="91440" tIns="91440" rIns="91440" bIns="91440" anchor="t">
            <a:normAutofit fontScale="74433" lnSpcReduction="10000"/>
          </a:bodyPr>
          <a:lstStyle/>
          <a:p>
            <a:pPr>
              <a:lnSpc>
                <a:spcPct val="100000"/>
              </a:lnSpc>
              <a:tabLst>
                <a:tab pos="0" algn="l"/>
              </a:tabLst>
            </a:pPr>
            <a:r>
              <a:rPr lang="en" sz="1600" b="0" strike="noStrike" spc="-1">
                <a:solidFill>
                  <a:schemeClr val="dk1"/>
                </a:solidFill>
                <a:latin typeface="Raleway"/>
                <a:ea typeface="Raleway"/>
              </a:rPr>
              <a:t>Gesture-based interaction enables users to control devices through natural hand and body movements. This technology revolutionizes user experience by allowing more intuitive and efficient interaction without traditional input devices. Key advantages include increased accessibility and the potential for hands-free operation, making it ideal for various applications from gaming to virtual reality and smart home controls.</a:t>
            </a:r>
            <a:endParaRPr lang="en-US" sz="1600" b="0" strike="noStrike" spc="-1">
              <a:solidFill>
                <a:srgbClr val="FFFFFF"/>
              </a:solidFill>
              <a:latin typeface="OpenSymbol"/>
            </a:endParaRPr>
          </a:p>
        </p:txBody>
      </p:sp>
      <p:sp>
        <p:nvSpPr>
          <p:cNvPr id="290" name="PlaceHolder 2"/>
          <p:cNvSpPr>
            <a:spLocks noGrp="1"/>
          </p:cNvSpPr>
          <p:nvPr>
            <p:ph type="title"/>
          </p:nvPr>
        </p:nvSpPr>
        <p:spPr>
          <a:xfrm>
            <a:off x="3495600" y="2295360"/>
            <a:ext cx="4866840" cy="799920"/>
          </a:xfrm>
          <a:prstGeom prst="rect">
            <a:avLst/>
          </a:prstGeom>
          <a:noFill/>
          <a:ln w="0">
            <a:noFill/>
          </a:ln>
        </p:spPr>
        <p:txBody>
          <a:bodyPr lIns="91440" tIns="91440" rIns="91440" bIns="91440" anchor="b">
            <a:normAutofit fontScale="55982" lnSpcReduction="20000"/>
          </a:bodyPr>
          <a:lstStyle/>
          <a:p>
            <a:pPr indent="0">
              <a:lnSpc>
                <a:spcPct val="100000"/>
              </a:lnSpc>
              <a:buNone/>
              <a:tabLst>
                <a:tab pos="0" algn="l"/>
              </a:tabLst>
            </a:pPr>
            <a:r>
              <a:rPr lang="en" sz="4500" b="0" strike="noStrike" spc="-1">
                <a:solidFill>
                  <a:schemeClr val="dk1"/>
                </a:solidFill>
                <a:latin typeface="Sorts Mill Goudy"/>
                <a:ea typeface="Sorts Mill Goudy"/>
              </a:rPr>
              <a:t>Introduction to Gesture-Based Interaction</a:t>
            </a:r>
            <a:endParaRPr lang="fr-FR" sz="4500" b="0" strike="noStrike" spc="-1">
              <a:solidFill>
                <a:schemeClr val="dk1"/>
              </a:solidFill>
              <a:latin typeface="Arial"/>
            </a:endParaRPr>
          </a:p>
        </p:txBody>
      </p:sp>
      <p:grpSp>
        <p:nvGrpSpPr>
          <p:cNvPr id="291" name="Google Shape;350;p29"/>
          <p:cNvGrpSpPr/>
          <p:nvPr/>
        </p:nvGrpSpPr>
        <p:grpSpPr>
          <a:xfrm>
            <a:off x="1087560" y="1695240"/>
            <a:ext cx="1752840" cy="1752840"/>
            <a:chOff x="1087560" y="1695240"/>
            <a:chExt cx="1752840" cy="1752840"/>
          </a:xfrm>
        </p:grpSpPr>
        <p:sp>
          <p:nvSpPr>
            <p:cNvPr id="292" name="Google Shape;351;p29"/>
            <p:cNvSpPr/>
            <p:nvPr/>
          </p:nvSpPr>
          <p:spPr>
            <a:xfrm>
              <a:off x="1335960" y="1946160"/>
              <a:ext cx="1253880" cy="1253880"/>
            </a:xfrm>
            <a:custGeom>
              <a:avLst/>
              <a:gdLst>
                <a:gd name="textAreaLeft" fmla="*/ 0 w 1253880"/>
                <a:gd name="textAreaRight" fmla="*/ 1254240 w 1253880"/>
                <a:gd name="textAreaTop" fmla="*/ 0 h 1253880"/>
                <a:gd name="textAreaBottom" fmla="*/ 1254240 h 1253880"/>
              </a:gdLst>
              <a:ahLst/>
              <a:cxnLst/>
              <a:rect l="textAreaLeft" t="textAreaTop" r="textAreaRight" b="textAreaBottom"/>
              <a:pathLst>
                <a:path w="2094" h="2094">
                  <a:moveTo>
                    <a:pt x="2093" y="2093"/>
                  </a:moveTo>
                  <a:lnTo>
                    <a:pt x="0" y="2093"/>
                  </a:lnTo>
                  <a:lnTo>
                    <a:pt x="0" y="0"/>
                  </a:lnTo>
                  <a:lnTo>
                    <a:pt x="2093" y="0"/>
                  </a:lnTo>
                  <a:lnTo>
                    <a:pt x="2093" y="2093"/>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293" name="Google Shape;352;p29"/>
            <p:cNvSpPr/>
            <p:nvPr/>
          </p:nvSpPr>
          <p:spPr>
            <a:xfrm>
              <a:off x="1330560" y="1940760"/>
              <a:ext cx="1264320" cy="1264320"/>
            </a:xfrm>
            <a:custGeom>
              <a:avLst/>
              <a:gdLst>
                <a:gd name="textAreaLeft" fmla="*/ 0 w 1264320"/>
                <a:gd name="textAreaRight" fmla="*/ 1264680 w 1264320"/>
                <a:gd name="textAreaTop" fmla="*/ 0 h 1264320"/>
                <a:gd name="textAreaBottom" fmla="*/ 1264680 h 1264320"/>
              </a:gdLst>
              <a:ahLst/>
              <a:cxnLst/>
              <a:rect l="textAreaLeft" t="textAreaTop" r="textAreaRight" b="textAreaBottom"/>
              <a:pathLst>
                <a:path w="2111" h="2111">
                  <a:moveTo>
                    <a:pt x="18" y="2092"/>
                  </a:moveTo>
                  <a:lnTo>
                    <a:pt x="2093" y="2092"/>
                  </a:lnTo>
                  <a:lnTo>
                    <a:pt x="2093" y="17"/>
                  </a:lnTo>
                  <a:lnTo>
                    <a:pt x="18" y="17"/>
                  </a:lnTo>
                  <a:lnTo>
                    <a:pt x="18" y="2092"/>
                  </a:lnTo>
                  <a:close/>
                  <a:moveTo>
                    <a:pt x="2110" y="2110"/>
                  </a:moveTo>
                  <a:lnTo>
                    <a:pt x="0" y="2110"/>
                  </a:lnTo>
                  <a:lnTo>
                    <a:pt x="0" y="0"/>
                  </a:lnTo>
                  <a:lnTo>
                    <a:pt x="2110" y="0"/>
                  </a:lnTo>
                  <a:lnTo>
                    <a:pt x="2110" y="21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94" name="Google Shape;353;p29"/>
            <p:cNvSpPr/>
            <p:nvPr/>
          </p:nvSpPr>
          <p:spPr>
            <a:xfrm>
              <a:off x="1420200" y="2027880"/>
              <a:ext cx="1087560" cy="1087560"/>
            </a:xfrm>
            <a:custGeom>
              <a:avLst/>
              <a:gdLst>
                <a:gd name="textAreaLeft" fmla="*/ 0 w 1087560"/>
                <a:gd name="textAreaRight" fmla="*/ 1087920 w 1087560"/>
                <a:gd name="textAreaTop" fmla="*/ 0 h 1087560"/>
                <a:gd name="textAreaBottom" fmla="*/ 1087920 h 1087560"/>
              </a:gdLst>
              <a:ahLst/>
              <a:cxnLst/>
              <a:rect l="textAreaLeft" t="textAreaTop" r="textAreaRight" b="textAreaBottom"/>
              <a:pathLst>
                <a:path w="1816" h="1816">
                  <a:moveTo>
                    <a:pt x="1815" y="1815"/>
                  </a:moveTo>
                  <a:lnTo>
                    <a:pt x="0" y="1815"/>
                  </a:lnTo>
                  <a:lnTo>
                    <a:pt x="0" y="0"/>
                  </a:lnTo>
                  <a:lnTo>
                    <a:pt x="1815" y="0"/>
                  </a:lnTo>
                  <a:lnTo>
                    <a:pt x="1815" y="1815"/>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295" name="Google Shape;354;p29"/>
            <p:cNvSpPr/>
            <p:nvPr/>
          </p:nvSpPr>
          <p:spPr>
            <a:xfrm>
              <a:off x="1095480" y="1703160"/>
              <a:ext cx="1737000" cy="1737000"/>
            </a:xfrm>
            <a:custGeom>
              <a:avLst/>
              <a:gdLst>
                <a:gd name="textAreaLeft" fmla="*/ 0 w 1737000"/>
                <a:gd name="textAreaRight" fmla="*/ 1737360 w 1737000"/>
                <a:gd name="textAreaTop" fmla="*/ 0 h 1737000"/>
                <a:gd name="textAreaBottom" fmla="*/ 1737360 h 1737000"/>
              </a:gdLst>
              <a:ahLst/>
              <a:cxnLst/>
              <a:rect l="textAreaLeft" t="textAreaTop" r="textAreaRight" b="textAreaBottom"/>
              <a:pathLst>
                <a:path w="2902" h="2902">
                  <a:moveTo>
                    <a:pt x="1450" y="2901"/>
                  </a:moveTo>
                  <a:lnTo>
                    <a:pt x="0" y="1451"/>
                  </a:lnTo>
                  <a:lnTo>
                    <a:pt x="1450" y="0"/>
                  </a:lnTo>
                  <a:lnTo>
                    <a:pt x="2901" y="1451"/>
                  </a:lnTo>
                  <a:lnTo>
                    <a:pt x="1450" y="2901"/>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296" name="Google Shape;355;p29"/>
            <p:cNvSpPr/>
            <p:nvPr/>
          </p:nvSpPr>
          <p:spPr>
            <a:xfrm>
              <a:off x="1087560" y="1695240"/>
              <a:ext cx="1752840" cy="1752840"/>
            </a:xfrm>
            <a:custGeom>
              <a:avLst/>
              <a:gdLst>
                <a:gd name="textAreaLeft" fmla="*/ 0 w 1752840"/>
                <a:gd name="textAreaRight" fmla="*/ 1753200 w 1752840"/>
                <a:gd name="textAreaTop" fmla="*/ 0 h 1752840"/>
                <a:gd name="textAreaBottom" fmla="*/ 1753200 h 1752840"/>
              </a:gdLst>
              <a:ahLst/>
              <a:cxnLst/>
              <a:rect l="textAreaLeft" t="textAreaTop" r="textAreaRight" b="textAreaBottom"/>
              <a:pathLst>
                <a:path w="2928" h="2928">
                  <a:moveTo>
                    <a:pt x="25" y="1464"/>
                  </a:moveTo>
                  <a:lnTo>
                    <a:pt x="1463" y="2902"/>
                  </a:lnTo>
                  <a:lnTo>
                    <a:pt x="2902" y="1464"/>
                  </a:lnTo>
                  <a:lnTo>
                    <a:pt x="1463" y="25"/>
                  </a:lnTo>
                  <a:lnTo>
                    <a:pt x="25" y="1464"/>
                  </a:lnTo>
                  <a:close/>
                  <a:moveTo>
                    <a:pt x="1463" y="2927"/>
                  </a:moveTo>
                  <a:lnTo>
                    <a:pt x="0" y="1464"/>
                  </a:lnTo>
                  <a:lnTo>
                    <a:pt x="1463" y="0"/>
                  </a:lnTo>
                  <a:lnTo>
                    <a:pt x="2927" y="1464"/>
                  </a:lnTo>
                  <a:lnTo>
                    <a:pt x="1463" y="292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97" name="Google Shape;356;p29"/>
            <p:cNvSpPr/>
            <p:nvPr/>
          </p:nvSpPr>
          <p:spPr>
            <a:xfrm>
              <a:off x="1684440" y="2294640"/>
              <a:ext cx="556920" cy="554040"/>
            </a:xfrm>
            <a:custGeom>
              <a:avLst/>
              <a:gdLst>
                <a:gd name="textAreaLeft" fmla="*/ 0 w 556920"/>
                <a:gd name="textAreaRight" fmla="*/ 557280 w 556920"/>
                <a:gd name="textAreaTop" fmla="*/ 0 h 554040"/>
                <a:gd name="textAreaBottom" fmla="*/ 554400 h 554040"/>
              </a:gdLst>
              <a:ahLst/>
              <a:cxnLst/>
              <a:rect l="textAreaLeft" t="textAreaTop" r="textAreaRight" b="textAreaBottom"/>
              <a:pathLst>
                <a:path w="929" h="928">
                  <a:moveTo>
                    <a:pt x="928" y="927"/>
                  </a:moveTo>
                  <a:lnTo>
                    <a:pt x="0" y="927"/>
                  </a:lnTo>
                  <a:lnTo>
                    <a:pt x="0" y="0"/>
                  </a:lnTo>
                  <a:lnTo>
                    <a:pt x="928" y="0"/>
                  </a:lnTo>
                  <a:lnTo>
                    <a:pt x="928" y="927"/>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298" name="Google Shape;357;p29"/>
            <p:cNvSpPr/>
            <p:nvPr/>
          </p:nvSpPr>
          <p:spPr>
            <a:xfrm>
              <a:off x="1679040" y="2289240"/>
              <a:ext cx="567360" cy="567360"/>
            </a:xfrm>
            <a:custGeom>
              <a:avLst/>
              <a:gdLst>
                <a:gd name="textAreaLeft" fmla="*/ 0 w 567360"/>
                <a:gd name="textAreaRight" fmla="*/ 567720 w 567360"/>
                <a:gd name="textAreaTop" fmla="*/ 0 h 567360"/>
                <a:gd name="textAreaBottom" fmla="*/ 567720 h 5673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299" name="Google Shape;358;p29"/>
            <p:cNvSpPr/>
            <p:nvPr/>
          </p:nvSpPr>
          <p:spPr>
            <a:xfrm>
              <a:off x="1721520" y="2331360"/>
              <a:ext cx="482760" cy="480240"/>
            </a:xfrm>
            <a:custGeom>
              <a:avLst/>
              <a:gdLst>
                <a:gd name="textAreaLeft" fmla="*/ 0 w 482760"/>
                <a:gd name="textAreaRight" fmla="*/ 483120 w 482760"/>
                <a:gd name="textAreaTop" fmla="*/ 0 h 480240"/>
                <a:gd name="textAreaBottom" fmla="*/ 480600 h 480240"/>
              </a:gdLst>
              <a:ahLst/>
              <a:cxnLst/>
              <a:rect l="textAreaLeft" t="textAreaTop" r="textAreaRight" b="textAreaBottom"/>
              <a:pathLst>
                <a:path w="805" h="804">
                  <a:moveTo>
                    <a:pt x="804" y="803"/>
                  </a:moveTo>
                  <a:lnTo>
                    <a:pt x="0" y="803"/>
                  </a:lnTo>
                  <a:lnTo>
                    <a:pt x="0" y="0"/>
                  </a:lnTo>
                  <a:lnTo>
                    <a:pt x="804" y="0"/>
                  </a:lnTo>
                  <a:lnTo>
                    <a:pt x="804" y="803"/>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PlaceHolder 1"/>
          <p:cNvSpPr>
            <a:spLocks noGrp="1"/>
          </p:cNvSpPr>
          <p:nvPr>
            <p:ph type="subTitle"/>
          </p:nvPr>
        </p:nvSpPr>
        <p:spPr>
          <a:xfrm>
            <a:off x="3495600" y="3095640"/>
            <a:ext cx="4866840" cy="1257120"/>
          </a:xfrm>
          <a:prstGeom prst="rect">
            <a:avLst/>
          </a:prstGeom>
          <a:noFill/>
          <a:ln w="0">
            <a:noFill/>
          </a:ln>
        </p:spPr>
        <p:txBody>
          <a:bodyPr lIns="91440" tIns="91440" rIns="91440" bIns="91440" anchor="t">
            <a:normAutofit fontScale="74433" lnSpcReduction="20000"/>
          </a:bodyPr>
          <a:lstStyle/>
          <a:p>
            <a:pPr>
              <a:lnSpc>
                <a:spcPct val="100000"/>
              </a:lnSpc>
              <a:tabLst>
                <a:tab pos="0" algn="l"/>
              </a:tabLst>
            </a:pPr>
            <a:r>
              <a:rPr lang="en" sz="1600" b="0" strike="noStrike" spc="-1">
                <a:solidFill>
                  <a:schemeClr val="dk1"/>
                </a:solidFill>
                <a:latin typeface="Raleway"/>
                <a:ea typeface="Raleway"/>
              </a:rPr>
              <a:t>The primary components of gesture-based interaction systems include cameras for motion capture, algorithms for gesture recognition, and frameworks for implementation. OpenCV serves as a powerful library for image processing, while MediaPipe offers robust solutions for real-time tracking of limbs and faces. Together, these technologies create a comprehensive platform for gesture recognition that can be integrated into various applications, enhancing user engagement and interaction.</a:t>
            </a:r>
            <a:endParaRPr lang="en-US" sz="1600" b="0" strike="noStrike" spc="-1">
              <a:solidFill>
                <a:srgbClr val="FFFFFF"/>
              </a:solidFill>
              <a:latin typeface="OpenSymbol"/>
            </a:endParaRPr>
          </a:p>
        </p:txBody>
      </p:sp>
      <p:sp>
        <p:nvSpPr>
          <p:cNvPr id="301" name="PlaceHolder 2"/>
          <p:cNvSpPr>
            <a:spLocks noGrp="1"/>
          </p:cNvSpPr>
          <p:nvPr>
            <p:ph type="title"/>
          </p:nvPr>
        </p:nvSpPr>
        <p:spPr>
          <a:xfrm>
            <a:off x="3495600" y="2295360"/>
            <a:ext cx="4866840" cy="799920"/>
          </a:xfrm>
          <a:prstGeom prst="rect">
            <a:avLst/>
          </a:prstGeom>
          <a:noFill/>
          <a:ln w="0">
            <a:noFill/>
          </a:ln>
        </p:spPr>
        <p:txBody>
          <a:bodyPr lIns="91440" tIns="91440" rIns="91440" bIns="91440" anchor="b">
            <a:normAutofit fontScale="68645"/>
          </a:bodyPr>
          <a:lstStyle/>
          <a:p>
            <a:pPr indent="0">
              <a:lnSpc>
                <a:spcPct val="100000"/>
              </a:lnSpc>
              <a:buNone/>
              <a:tabLst>
                <a:tab pos="0" algn="l"/>
              </a:tabLst>
            </a:pPr>
            <a:r>
              <a:rPr lang="en" sz="4500" b="0" strike="noStrike" spc="-1">
                <a:solidFill>
                  <a:schemeClr val="dk1"/>
                </a:solidFill>
                <a:latin typeface="Sorts Mill Goudy"/>
                <a:ea typeface="Sorts Mill Goudy"/>
              </a:rPr>
              <a:t>Key Components and Technologies</a:t>
            </a:r>
            <a:endParaRPr lang="fr-FR" sz="4500" b="0" strike="noStrike" spc="-1">
              <a:solidFill>
                <a:schemeClr val="dk1"/>
              </a:solidFill>
              <a:latin typeface="Arial"/>
            </a:endParaRPr>
          </a:p>
        </p:txBody>
      </p:sp>
      <p:grpSp>
        <p:nvGrpSpPr>
          <p:cNvPr id="302" name="Google Shape;350;p29"/>
          <p:cNvGrpSpPr/>
          <p:nvPr/>
        </p:nvGrpSpPr>
        <p:grpSpPr>
          <a:xfrm>
            <a:off x="1087560" y="1695240"/>
            <a:ext cx="1752840" cy="1752840"/>
            <a:chOff x="1087560" y="1695240"/>
            <a:chExt cx="1752840" cy="1752840"/>
          </a:xfrm>
        </p:grpSpPr>
        <p:sp>
          <p:nvSpPr>
            <p:cNvPr id="303" name="Google Shape;351;p29"/>
            <p:cNvSpPr/>
            <p:nvPr/>
          </p:nvSpPr>
          <p:spPr>
            <a:xfrm>
              <a:off x="1335960" y="1946160"/>
              <a:ext cx="1253880" cy="1253880"/>
            </a:xfrm>
            <a:custGeom>
              <a:avLst/>
              <a:gdLst>
                <a:gd name="textAreaLeft" fmla="*/ 0 w 1253880"/>
                <a:gd name="textAreaRight" fmla="*/ 1254240 w 1253880"/>
                <a:gd name="textAreaTop" fmla="*/ 0 h 1253880"/>
                <a:gd name="textAreaBottom" fmla="*/ 1254240 h 1253880"/>
              </a:gdLst>
              <a:ahLst/>
              <a:cxnLst/>
              <a:rect l="textAreaLeft" t="textAreaTop" r="textAreaRight" b="textAreaBottom"/>
              <a:pathLst>
                <a:path w="2094" h="2094">
                  <a:moveTo>
                    <a:pt x="2093" y="2093"/>
                  </a:moveTo>
                  <a:lnTo>
                    <a:pt x="0" y="2093"/>
                  </a:lnTo>
                  <a:lnTo>
                    <a:pt x="0" y="0"/>
                  </a:lnTo>
                  <a:lnTo>
                    <a:pt x="2093" y="0"/>
                  </a:lnTo>
                  <a:lnTo>
                    <a:pt x="2093" y="2093"/>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04" name="Google Shape;352;p29"/>
            <p:cNvSpPr/>
            <p:nvPr/>
          </p:nvSpPr>
          <p:spPr>
            <a:xfrm>
              <a:off x="1330560" y="1940760"/>
              <a:ext cx="1264320" cy="1264320"/>
            </a:xfrm>
            <a:custGeom>
              <a:avLst/>
              <a:gdLst>
                <a:gd name="textAreaLeft" fmla="*/ 0 w 1264320"/>
                <a:gd name="textAreaRight" fmla="*/ 1264680 w 1264320"/>
                <a:gd name="textAreaTop" fmla="*/ 0 h 1264320"/>
                <a:gd name="textAreaBottom" fmla="*/ 1264680 h 1264320"/>
              </a:gdLst>
              <a:ahLst/>
              <a:cxnLst/>
              <a:rect l="textAreaLeft" t="textAreaTop" r="textAreaRight" b="textAreaBottom"/>
              <a:pathLst>
                <a:path w="2111" h="2111">
                  <a:moveTo>
                    <a:pt x="18" y="2092"/>
                  </a:moveTo>
                  <a:lnTo>
                    <a:pt x="2093" y="2092"/>
                  </a:lnTo>
                  <a:lnTo>
                    <a:pt x="2093" y="17"/>
                  </a:lnTo>
                  <a:lnTo>
                    <a:pt x="18" y="17"/>
                  </a:lnTo>
                  <a:lnTo>
                    <a:pt x="18" y="2092"/>
                  </a:lnTo>
                  <a:close/>
                  <a:moveTo>
                    <a:pt x="2110" y="2110"/>
                  </a:moveTo>
                  <a:lnTo>
                    <a:pt x="0" y="2110"/>
                  </a:lnTo>
                  <a:lnTo>
                    <a:pt x="0" y="0"/>
                  </a:lnTo>
                  <a:lnTo>
                    <a:pt x="2110" y="0"/>
                  </a:lnTo>
                  <a:lnTo>
                    <a:pt x="2110" y="21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05" name="Google Shape;353;p29"/>
            <p:cNvSpPr/>
            <p:nvPr/>
          </p:nvSpPr>
          <p:spPr>
            <a:xfrm>
              <a:off x="1420200" y="2027880"/>
              <a:ext cx="1087560" cy="1087560"/>
            </a:xfrm>
            <a:custGeom>
              <a:avLst/>
              <a:gdLst>
                <a:gd name="textAreaLeft" fmla="*/ 0 w 1087560"/>
                <a:gd name="textAreaRight" fmla="*/ 1087920 w 1087560"/>
                <a:gd name="textAreaTop" fmla="*/ 0 h 1087560"/>
                <a:gd name="textAreaBottom" fmla="*/ 1087920 h 1087560"/>
              </a:gdLst>
              <a:ahLst/>
              <a:cxnLst/>
              <a:rect l="textAreaLeft" t="textAreaTop" r="textAreaRight" b="textAreaBottom"/>
              <a:pathLst>
                <a:path w="1816" h="1816">
                  <a:moveTo>
                    <a:pt x="1815" y="1815"/>
                  </a:moveTo>
                  <a:lnTo>
                    <a:pt x="0" y="1815"/>
                  </a:lnTo>
                  <a:lnTo>
                    <a:pt x="0" y="0"/>
                  </a:lnTo>
                  <a:lnTo>
                    <a:pt x="1815" y="0"/>
                  </a:lnTo>
                  <a:lnTo>
                    <a:pt x="1815" y="1815"/>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06" name="Google Shape;354;p29"/>
            <p:cNvSpPr/>
            <p:nvPr/>
          </p:nvSpPr>
          <p:spPr>
            <a:xfrm>
              <a:off x="1095480" y="1703160"/>
              <a:ext cx="1737000" cy="1737000"/>
            </a:xfrm>
            <a:custGeom>
              <a:avLst/>
              <a:gdLst>
                <a:gd name="textAreaLeft" fmla="*/ 0 w 1737000"/>
                <a:gd name="textAreaRight" fmla="*/ 1737360 w 1737000"/>
                <a:gd name="textAreaTop" fmla="*/ 0 h 1737000"/>
                <a:gd name="textAreaBottom" fmla="*/ 1737360 h 1737000"/>
              </a:gdLst>
              <a:ahLst/>
              <a:cxnLst/>
              <a:rect l="textAreaLeft" t="textAreaTop" r="textAreaRight" b="textAreaBottom"/>
              <a:pathLst>
                <a:path w="2902" h="2902">
                  <a:moveTo>
                    <a:pt x="1450" y="2901"/>
                  </a:moveTo>
                  <a:lnTo>
                    <a:pt x="0" y="1451"/>
                  </a:lnTo>
                  <a:lnTo>
                    <a:pt x="1450" y="0"/>
                  </a:lnTo>
                  <a:lnTo>
                    <a:pt x="2901" y="1451"/>
                  </a:lnTo>
                  <a:lnTo>
                    <a:pt x="1450" y="2901"/>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07" name="Google Shape;355;p29"/>
            <p:cNvSpPr/>
            <p:nvPr/>
          </p:nvSpPr>
          <p:spPr>
            <a:xfrm>
              <a:off x="1087560" y="1695240"/>
              <a:ext cx="1752840" cy="1752840"/>
            </a:xfrm>
            <a:custGeom>
              <a:avLst/>
              <a:gdLst>
                <a:gd name="textAreaLeft" fmla="*/ 0 w 1752840"/>
                <a:gd name="textAreaRight" fmla="*/ 1753200 w 1752840"/>
                <a:gd name="textAreaTop" fmla="*/ 0 h 1752840"/>
                <a:gd name="textAreaBottom" fmla="*/ 1753200 h 1752840"/>
              </a:gdLst>
              <a:ahLst/>
              <a:cxnLst/>
              <a:rect l="textAreaLeft" t="textAreaTop" r="textAreaRight" b="textAreaBottom"/>
              <a:pathLst>
                <a:path w="2928" h="2928">
                  <a:moveTo>
                    <a:pt x="25" y="1464"/>
                  </a:moveTo>
                  <a:lnTo>
                    <a:pt x="1463" y="2902"/>
                  </a:lnTo>
                  <a:lnTo>
                    <a:pt x="2902" y="1464"/>
                  </a:lnTo>
                  <a:lnTo>
                    <a:pt x="1463" y="25"/>
                  </a:lnTo>
                  <a:lnTo>
                    <a:pt x="25" y="1464"/>
                  </a:lnTo>
                  <a:close/>
                  <a:moveTo>
                    <a:pt x="1463" y="2927"/>
                  </a:moveTo>
                  <a:lnTo>
                    <a:pt x="0" y="1464"/>
                  </a:lnTo>
                  <a:lnTo>
                    <a:pt x="1463" y="0"/>
                  </a:lnTo>
                  <a:lnTo>
                    <a:pt x="2927" y="1464"/>
                  </a:lnTo>
                  <a:lnTo>
                    <a:pt x="1463" y="292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08" name="Google Shape;356;p29"/>
            <p:cNvSpPr/>
            <p:nvPr/>
          </p:nvSpPr>
          <p:spPr>
            <a:xfrm>
              <a:off x="1684440" y="2294640"/>
              <a:ext cx="556920" cy="554040"/>
            </a:xfrm>
            <a:custGeom>
              <a:avLst/>
              <a:gdLst>
                <a:gd name="textAreaLeft" fmla="*/ 0 w 556920"/>
                <a:gd name="textAreaRight" fmla="*/ 557280 w 556920"/>
                <a:gd name="textAreaTop" fmla="*/ 0 h 554040"/>
                <a:gd name="textAreaBottom" fmla="*/ 554400 h 554040"/>
              </a:gdLst>
              <a:ahLst/>
              <a:cxnLst/>
              <a:rect l="textAreaLeft" t="textAreaTop" r="textAreaRight" b="textAreaBottom"/>
              <a:pathLst>
                <a:path w="929" h="928">
                  <a:moveTo>
                    <a:pt x="928" y="927"/>
                  </a:moveTo>
                  <a:lnTo>
                    <a:pt x="0" y="927"/>
                  </a:lnTo>
                  <a:lnTo>
                    <a:pt x="0" y="0"/>
                  </a:lnTo>
                  <a:lnTo>
                    <a:pt x="928" y="0"/>
                  </a:lnTo>
                  <a:lnTo>
                    <a:pt x="928" y="927"/>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09" name="Google Shape;357;p29"/>
            <p:cNvSpPr/>
            <p:nvPr/>
          </p:nvSpPr>
          <p:spPr>
            <a:xfrm>
              <a:off x="1679040" y="2289240"/>
              <a:ext cx="567360" cy="567360"/>
            </a:xfrm>
            <a:custGeom>
              <a:avLst/>
              <a:gdLst>
                <a:gd name="textAreaLeft" fmla="*/ 0 w 567360"/>
                <a:gd name="textAreaRight" fmla="*/ 567720 w 567360"/>
                <a:gd name="textAreaTop" fmla="*/ 0 h 567360"/>
                <a:gd name="textAreaBottom" fmla="*/ 567720 h 5673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10" name="Google Shape;358;p29"/>
            <p:cNvSpPr/>
            <p:nvPr/>
          </p:nvSpPr>
          <p:spPr>
            <a:xfrm>
              <a:off x="1721520" y="2331360"/>
              <a:ext cx="482760" cy="480240"/>
            </a:xfrm>
            <a:custGeom>
              <a:avLst/>
              <a:gdLst>
                <a:gd name="textAreaLeft" fmla="*/ 0 w 482760"/>
                <a:gd name="textAreaRight" fmla="*/ 483120 w 482760"/>
                <a:gd name="textAreaTop" fmla="*/ 0 h 480240"/>
                <a:gd name="textAreaBottom" fmla="*/ 480600 h 480240"/>
              </a:gdLst>
              <a:ahLst/>
              <a:cxnLst/>
              <a:rect l="textAreaLeft" t="textAreaTop" r="textAreaRight" b="textAreaBottom"/>
              <a:pathLst>
                <a:path w="805" h="804">
                  <a:moveTo>
                    <a:pt x="804" y="803"/>
                  </a:moveTo>
                  <a:lnTo>
                    <a:pt x="0" y="803"/>
                  </a:lnTo>
                  <a:lnTo>
                    <a:pt x="0" y="0"/>
                  </a:lnTo>
                  <a:lnTo>
                    <a:pt x="804" y="0"/>
                  </a:lnTo>
                  <a:lnTo>
                    <a:pt x="804" y="803"/>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809640" y="895320"/>
            <a:ext cx="4047840" cy="552240"/>
          </a:xfrm>
          <a:prstGeom prst="rect">
            <a:avLst/>
          </a:prstGeom>
          <a:noFill/>
          <a:ln w="0">
            <a:noFill/>
          </a:ln>
        </p:spPr>
        <p:txBody>
          <a:bodyPr lIns="91440" tIns="91440" rIns="91440" bIns="91440" anchor="b">
            <a:normAutofit fontScale="71698"/>
          </a:bodyPr>
          <a:lstStyle/>
          <a:p>
            <a:pPr indent="0">
              <a:lnSpc>
                <a:spcPct val="100000"/>
              </a:lnSpc>
              <a:buNone/>
              <a:tabLst>
                <a:tab pos="0" algn="l"/>
              </a:tabLst>
            </a:pPr>
            <a:r>
              <a:rPr lang="en" sz="3500" b="0" strike="noStrike" spc="-1">
                <a:solidFill>
                  <a:schemeClr val="dk1"/>
                </a:solidFill>
                <a:latin typeface="Sorts Mill Goudy"/>
                <a:ea typeface="Sorts Mill Goudy"/>
              </a:rPr>
              <a:t>Applications and Use Cases</a:t>
            </a:r>
            <a:endParaRPr lang="fr-FR" sz="3500" b="0" strike="noStrike" spc="-1">
              <a:solidFill>
                <a:schemeClr val="dk1"/>
              </a:solidFill>
              <a:latin typeface="Arial"/>
            </a:endParaRPr>
          </a:p>
        </p:txBody>
      </p:sp>
      <p:sp>
        <p:nvSpPr>
          <p:cNvPr id="312" name="PlaceHolder 2"/>
          <p:cNvSpPr>
            <a:spLocks noGrp="1"/>
          </p:cNvSpPr>
          <p:nvPr>
            <p:ph/>
          </p:nvPr>
        </p:nvSpPr>
        <p:spPr>
          <a:xfrm>
            <a:off x="809640" y="1447920"/>
            <a:ext cx="4047840" cy="28000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Raleway"/>
                <a:ea typeface="Raleway"/>
              </a:rPr>
              <a:t>Gesture-based interaction has a wide range of applications across various fields. In healthcare, it facilitates touchless interactions, enhancing hygiene and safety in medical environments. In gaming and entertainment, it creates immersive experiences where players control characters using gestures. Moreover, in smart home technology, gestures enable seamless control of devices, increasing convenience for users. Additionally, educational tools often incorporate gesture recognition to engage learners in interactive and dynamic ways, making learning more enjoyable and effective.</a:t>
            </a:r>
            <a:endParaRPr lang="fr-FR" sz="1400" b="0" strike="noStrike" spc="-1">
              <a:solidFill>
                <a:srgbClr val="000000"/>
              </a:solidFill>
              <a:latin typeface="Arial"/>
            </a:endParaRPr>
          </a:p>
        </p:txBody>
      </p:sp>
      <p:pic>
        <p:nvPicPr>
          <p:cNvPr id="313" name="Google Shape;491;p35"/>
          <p:cNvPicPr/>
          <p:nvPr/>
        </p:nvPicPr>
        <p:blipFill>
          <a:blip r:embed="rId2"/>
          <a:srcRect l="28229" r="18813"/>
          <a:stretch/>
        </p:blipFill>
        <p:spPr>
          <a:xfrm>
            <a:off x="5106960" y="534960"/>
            <a:ext cx="3231360" cy="4073040"/>
          </a:xfrm>
          <a:prstGeom prst="rect">
            <a:avLst/>
          </a:prstGeom>
          <a:ln w="9525">
            <a:solidFill>
              <a:srgbClr val="F1ECC8"/>
            </a:solidFill>
            <a:rou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1752480" y="2247840"/>
            <a:ext cx="5638320" cy="818640"/>
          </a:xfrm>
          <a:prstGeom prst="rect">
            <a:avLst/>
          </a:prstGeom>
          <a:noFill/>
          <a:ln w="0">
            <a:noFill/>
          </a:ln>
        </p:spPr>
        <p:txBody>
          <a:bodyPr lIns="91440" tIns="91440" rIns="91440" bIns="91440" anchor="b">
            <a:normAutofit fontScale="84194"/>
          </a:bodyPr>
          <a:lstStyle/>
          <a:p>
            <a:pPr indent="0" algn="ctr">
              <a:lnSpc>
                <a:spcPct val="100000"/>
              </a:lnSpc>
              <a:buNone/>
              <a:tabLst>
                <a:tab pos="0" algn="l"/>
              </a:tabLst>
            </a:pPr>
            <a:r>
              <a:rPr lang="en" sz="5000" b="0" strike="noStrike" spc="-1">
                <a:solidFill>
                  <a:schemeClr val="dk1"/>
                </a:solidFill>
                <a:latin typeface="Sorts Mill Goudy"/>
                <a:ea typeface="Sorts Mill Goudy"/>
              </a:rPr>
              <a:t>Technical Implementation</a:t>
            </a:r>
            <a:endParaRPr lang="fr-FR" sz="5000" b="0" strike="noStrike" spc="-1">
              <a:solidFill>
                <a:schemeClr val="dk1"/>
              </a:solidFill>
              <a:latin typeface="Arial"/>
            </a:endParaRPr>
          </a:p>
        </p:txBody>
      </p:sp>
      <p:sp>
        <p:nvSpPr>
          <p:cNvPr id="315" name="PlaceHolder 2"/>
          <p:cNvSpPr>
            <a:spLocks noGrp="1"/>
          </p:cNvSpPr>
          <p:nvPr>
            <p:ph type="title"/>
          </p:nvPr>
        </p:nvSpPr>
        <p:spPr>
          <a:xfrm>
            <a:off x="3790800" y="1285920"/>
            <a:ext cx="1552320" cy="971280"/>
          </a:xfrm>
          <a:prstGeom prst="rect">
            <a:avLst/>
          </a:prstGeom>
          <a:noFill/>
          <a:ln w="0">
            <a:noFill/>
          </a:ln>
        </p:spPr>
        <p:txBody>
          <a:bodyPr lIns="91440" tIns="91440" rIns="91440" bIns="91440" anchor="ctr">
            <a:normAutofit fontScale="87486"/>
          </a:bodyPr>
          <a:lstStyle/>
          <a:p>
            <a:pPr indent="0" algn="ctr">
              <a:lnSpc>
                <a:spcPct val="100000"/>
              </a:lnSpc>
              <a:buNone/>
              <a:tabLst>
                <a:tab pos="0" algn="l"/>
              </a:tabLst>
            </a:pPr>
            <a:r>
              <a:rPr lang="en" sz="6000" b="0" strike="noStrike" spc="-1">
                <a:solidFill>
                  <a:schemeClr val="dk1"/>
                </a:solidFill>
                <a:latin typeface="Sorts Mill Goudy"/>
                <a:ea typeface="Sorts Mill Goudy"/>
              </a:rPr>
              <a:t>02</a:t>
            </a:r>
            <a:endParaRPr lang="fr-FR" sz="6000" b="0" strike="noStrike" spc="-1">
              <a:solidFill>
                <a:schemeClr val="dk1"/>
              </a:solidFill>
              <a:latin typeface="Arial"/>
            </a:endParaRPr>
          </a:p>
        </p:txBody>
      </p:sp>
      <p:sp>
        <p:nvSpPr>
          <p:cNvPr id="316" name="PlaceHolder 3"/>
          <p:cNvSpPr>
            <a:spLocks noGrp="1"/>
          </p:cNvSpPr>
          <p:nvPr>
            <p:ph type="subTitle"/>
          </p:nvPr>
        </p:nvSpPr>
        <p:spPr>
          <a:xfrm>
            <a:off x="1752480" y="3105000"/>
            <a:ext cx="5638320" cy="390240"/>
          </a:xfrm>
          <a:prstGeom prst="rect">
            <a:avLst/>
          </a:prstGeom>
          <a:noFill/>
          <a:ln w="0">
            <a:noFill/>
          </a:ln>
        </p:spPr>
        <p:txBody>
          <a:bodyPr lIns="91440" tIns="91440" rIns="91440" bIns="91440" anchor="t">
            <a:normAutofit fontScale="86943"/>
          </a:bodyPr>
          <a:lstStyle/>
          <a:p>
            <a:pPr indent="0" algn="ctr">
              <a:buNone/>
            </a:pPr>
            <a:endParaRPr lang="en-US" sz="1600" b="0" strike="noStrike" spc="-1">
              <a:solidFill>
                <a:schemeClr val="dk1"/>
              </a:solidFill>
              <a:latin typeface="Raleway"/>
              <a:ea typeface="Raleway"/>
            </a:endParaRPr>
          </a:p>
        </p:txBody>
      </p:sp>
      <p:grpSp>
        <p:nvGrpSpPr>
          <p:cNvPr id="317" name="Google Shape;411;p32"/>
          <p:cNvGrpSpPr/>
          <p:nvPr/>
        </p:nvGrpSpPr>
        <p:grpSpPr>
          <a:xfrm>
            <a:off x="6959880" y="900360"/>
            <a:ext cx="1468800" cy="1457640"/>
            <a:chOff x="6959880" y="900360"/>
            <a:chExt cx="1468800" cy="1457640"/>
          </a:xfrm>
        </p:grpSpPr>
        <p:sp>
          <p:nvSpPr>
            <p:cNvPr id="318" name="Google Shape;412;p32"/>
            <p:cNvSpPr/>
            <p:nvPr/>
          </p:nvSpPr>
          <p:spPr>
            <a:xfrm flipH="1">
              <a:off x="7687080" y="900360"/>
              <a:ext cx="741600" cy="741600"/>
            </a:xfrm>
            <a:custGeom>
              <a:avLst/>
              <a:gdLst>
                <a:gd name="textAreaLeft" fmla="*/ 360 w 741600"/>
                <a:gd name="textAreaRight" fmla="*/ 742320 w 741600"/>
                <a:gd name="textAreaTop" fmla="*/ 0 h 741600"/>
                <a:gd name="textAreaBottom" fmla="*/ 741960 h 741600"/>
              </a:gdLst>
              <a:ahLst/>
              <a:cxnLst/>
              <a:rect l="textAreaLeft" t="textAreaTop" r="textAreaRight" b="textAreaBottom"/>
              <a:pathLst>
                <a:path w="891" h="891">
                  <a:moveTo>
                    <a:pt x="0" y="890"/>
                  </a:moveTo>
                  <a:lnTo>
                    <a:pt x="0" y="873"/>
                  </a:lnTo>
                  <a:cubicBezTo>
                    <a:pt x="481" y="873"/>
                    <a:pt x="872" y="481"/>
                    <a:pt x="872" y="0"/>
                  </a:cubicBezTo>
                  <a:lnTo>
                    <a:pt x="890" y="0"/>
                  </a:lnTo>
                  <a:cubicBezTo>
                    <a:pt x="890" y="491"/>
                    <a:pt x="490" y="890"/>
                    <a:pt x="0" y="89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19" name="Google Shape;413;p32"/>
            <p:cNvSpPr/>
            <p:nvPr/>
          </p:nvSpPr>
          <p:spPr>
            <a:xfrm flipH="1">
              <a:off x="7686360" y="145116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1">
                  <a:moveTo>
                    <a:pt x="0" y="230"/>
                  </a:moveTo>
                  <a:lnTo>
                    <a:pt x="0" y="212"/>
                  </a:lnTo>
                  <a:cubicBezTo>
                    <a:pt x="116" y="212"/>
                    <a:pt x="211" y="117"/>
                    <a:pt x="211" y="0"/>
                  </a:cubicBezTo>
                  <a:lnTo>
                    <a:pt x="229" y="0"/>
                  </a:lnTo>
                  <a:cubicBezTo>
                    <a:pt x="229" y="127"/>
                    <a:pt x="126" y="230"/>
                    <a:pt x="0" y="23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20" name="Google Shape;414;p32"/>
            <p:cNvSpPr/>
            <p:nvPr/>
          </p:nvSpPr>
          <p:spPr>
            <a:xfrm flipH="1">
              <a:off x="7687080" y="1616400"/>
              <a:ext cx="741600" cy="741600"/>
            </a:xfrm>
            <a:custGeom>
              <a:avLst/>
              <a:gdLst>
                <a:gd name="textAreaLeft" fmla="*/ 360 w 741600"/>
                <a:gd name="textAreaRight" fmla="*/ 742320 w 741600"/>
                <a:gd name="textAreaTop" fmla="*/ 0 h 741600"/>
                <a:gd name="textAreaBottom" fmla="*/ 741960 h 741600"/>
              </a:gdLst>
              <a:ahLst/>
              <a:cxnLst/>
              <a:rect l="textAreaLeft" t="textAreaTop" r="textAreaRight" b="textAreaBottom"/>
              <a:pathLst>
                <a:path w="891" h="890">
                  <a:moveTo>
                    <a:pt x="890" y="889"/>
                  </a:moveTo>
                  <a:lnTo>
                    <a:pt x="873" y="889"/>
                  </a:lnTo>
                  <a:cubicBezTo>
                    <a:pt x="873" y="408"/>
                    <a:pt x="481" y="17"/>
                    <a:pt x="0" y="17"/>
                  </a:cubicBezTo>
                  <a:lnTo>
                    <a:pt x="0" y="0"/>
                  </a:lnTo>
                  <a:cubicBezTo>
                    <a:pt x="491" y="0"/>
                    <a:pt x="890" y="399"/>
                    <a:pt x="890" y="88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21" name="Google Shape;415;p32"/>
            <p:cNvSpPr/>
            <p:nvPr/>
          </p:nvSpPr>
          <p:spPr>
            <a:xfrm flipH="1">
              <a:off x="7686360" y="161640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0">
                  <a:moveTo>
                    <a:pt x="229" y="229"/>
                  </a:moveTo>
                  <a:lnTo>
                    <a:pt x="212" y="229"/>
                  </a:lnTo>
                  <a:cubicBezTo>
                    <a:pt x="212" y="112"/>
                    <a:pt x="117" y="17"/>
                    <a:pt x="0" y="17"/>
                  </a:cubicBezTo>
                  <a:lnTo>
                    <a:pt x="0" y="0"/>
                  </a:lnTo>
                  <a:cubicBezTo>
                    <a:pt x="126" y="0"/>
                    <a:pt x="229" y="103"/>
                    <a:pt x="229"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22" name="Google Shape;416;p32"/>
            <p:cNvSpPr/>
            <p:nvPr/>
          </p:nvSpPr>
          <p:spPr>
            <a:xfrm flipH="1">
              <a:off x="6959880" y="1616400"/>
              <a:ext cx="741600" cy="741600"/>
            </a:xfrm>
            <a:custGeom>
              <a:avLst/>
              <a:gdLst>
                <a:gd name="textAreaLeft" fmla="*/ 360 w 741600"/>
                <a:gd name="textAreaRight" fmla="*/ 742320 w 741600"/>
                <a:gd name="textAreaTop" fmla="*/ 0 h 741600"/>
                <a:gd name="textAreaBottom" fmla="*/ 741960 h 741600"/>
              </a:gdLst>
              <a:ahLst/>
              <a:cxnLst/>
              <a:rect l="textAreaLeft" t="textAreaTop" r="textAreaRight" b="textAreaBottom"/>
              <a:pathLst>
                <a:path w="891" h="890">
                  <a:moveTo>
                    <a:pt x="18" y="889"/>
                  </a:moveTo>
                  <a:lnTo>
                    <a:pt x="0" y="889"/>
                  </a:lnTo>
                  <a:cubicBezTo>
                    <a:pt x="0" y="399"/>
                    <a:pt x="399" y="0"/>
                    <a:pt x="890" y="0"/>
                  </a:cubicBezTo>
                  <a:lnTo>
                    <a:pt x="890" y="17"/>
                  </a:lnTo>
                  <a:cubicBezTo>
                    <a:pt x="409" y="17"/>
                    <a:pt x="18" y="408"/>
                    <a:pt x="18" y="88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23" name="Google Shape;417;p32"/>
            <p:cNvSpPr/>
            <p:nvPr/>
          </p:nvSpPr>
          <p:spPr>
            <a:xfrm flipH="1">
              <a:off x="7509960" y="161640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0">
                  <a:moveTo>
                    <a:pt x="18" y="229"/>
                  </a:moveTo>
                  <a:lnTo>
                    <a:pt x="0" y="229"/>
                  </a:lnTo>
                  <a:cubicBezTo>
                    <a:pt x="0" y="102"/>
                    <a:pt x="103" y="0"/>
                    <a:pt x="229" y="0"/>
                  </a:cubicBezTo>
                  <a:lnTo>
                    <a:pt x="229" y="17"/>
                  </a:lnTo>
                  <a:cubicBezTo>
                    <a:pt x="113" y="17"/>
                    <a:pt x="18" y="112"/>
                    <a:pt x="18"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24" name="Google Shape;418;p32"/>
            <p:cNvSpPr/>
            <p:nvPr/>
          </p:nvSpPr>
          <p:spPr>
            <a:xfrm flipH="1">
              <a:off x="6959880" y="900360"/>
              <a:ext cx="741600" cy="741600"/>
            </a:xfrm>
            <a:custGeom>
              <a:avLst/>
              <a:gdLst>
                <a:gd name="textAreaLeft" fmla="*/ 360 w 741600"/>
                <a:gd name="textAreaRight" fmla="*/ 742320 w 741600"/>
                <a:gd name="textAreaTop" fmla="*/ 0 h 741600"/>
                <a:gd name="textAreaBottom" fmla="*/ 741960 h 741600"/>
              </a:gdLst>
              <a:ahLst/>
              <a:cxnLst/>
              <a:rect l="textAreaLeft" t="textAreaTop" r="textAreaRight" b="textAreaBottom"/>
              <a:pathLst>
                <a:path w="891" h="891">
                  <a:moveTo>
                    <a:pt x="890" y="890"/>
                  </a:moveTo>
                  <a:cubicBezTo>
                    <a:pt x="399" y="890"/>
                    <a:pt x="0" y="491"/>
                    <a:pt x="0" y="0"/>
                  </a:cubicBezTo>
                  <a:lnTo>
                    <a:pt x="17" y="0"/>
                  </a:lnTo>
                  <a:cubicBezTo>
                    <a:pt x="17" y="481"/>
                    <a:pt x="409" y="873"/>
                    <a:pt x="890" y="873"/>
                  </a:cubicBezTo>
                  <a:lnTo>
                    <a:pt x="890" y="890"/>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25" name="Google Shape;419;p32"/>
            <p:cNvSpPr/>
            <p:nvPr/>
          </p:nvSpPr>
          <p:spPr>
            <a:xfrm flipH="1">
              <a:off x="7509960" y="145116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0">
                  <a:moveTo>
                    <a:pt x="229" y="229"/>
                  </a:moveTo>
                  <a:cubicBezTo>
                    <a:pt x="103" y="229"/>
                    <a:pt x="0" y="126"/>
                    <a:pt x="0" y="0"/>
                  </a:cubicBezTo>
                  <a:lnTo>
                    <a:pt x="17" y="0"/>
                  </a:lnTo>
                  <a:cubicBezTo>
                    <a:pt x="17" y="117"/>
                    <a:pt x="112" y="212"/>
                    <a:pt x="229" y="212"/>
                  </a:cubicBezTo>
                  <a:lnTo>
                    <a:pt x="229" y="229"/>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grpSp>
        <p:nvGrpSpPr>
          <p:cNvPr id="326" name="Google Shape;420;p32"/>
          <p:cNvGrpSpPr/>
          <p:nvPr/>
        </p:nvGrpSpPr>
        <p:grpSpPr>
          <a:xfrm>
            <a:off x="971640" y="3669120"/>
            <a:ext cx="366840" cy="355680"/>
            <a:chOff x="971640" y="3669120"/>
            <a:chExt cx="366840" cy="355680"/>
          </a:xfrm>
        </p:grpSpPr>
        <p:sp>
          <p:nvSpPr>
            <p:cNvPr id="327" name="Google Shape;421;p32"/>
            <p:cNvSpPr/>
            <p:nvPr/>
          </p:nvSpPr>
          <p:spPr>
            <a:xfrm flipH="1">
              <a:off x="1147680" y="366912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1">
                  <a:moveTo>
                    <a:pt x="0" y="230"/>
                  </a:moveTo>
                  <a:lnTo>
                    <a:pt x="0" y="212"/>
                  </a:lnTo>
                  <a:cubicBezTo>
                    <a:pt x="116" y="212"/>
                    <a:pt x="211" y="117"/>
                    <a:pt x="211" y="0"/>
                  </a:cubicBezTo>
                  <a:lnTo>
                    <a:pt x="229" y="0"/>
                  </a:lnTo>
                  <a:cubicBezTo>
                    <a:pt x="229" y="127"/>
                    <a:pt x="126" y="230"/>
                    <a:pt x="0" y="230"/>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28" name="Google Shape;422;p32"/>
            <p:cNvSpPr/>
            <p:nvPr/>
          </p:nvSpPr>
          <p:spPr>
            <a:xfrm flipH="1">
              <a:off x="1147680" y="383436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0">
                  <a:moveTo>
                    <a:pt x="229" y="229"/>
                  </a:moveTo>
                  <a:lnTo>
                    <a:pt x="212" y="229"/>
                  </a:lnTo>
                  <a:cubicBezTo>
                    <a:pt x="212" y="112"/>
                    <a:pt x="117" y="17"/>
                    <a:pt x="0" y="17"/>
                  </a:cubicBezTo>
                  <a:lnTo>
                    <a:pt x="0" y="0"/>
                  </a:lnTo>
                  <a:cubicBezTo>
                    <a:pt x="126" y="0"/>
                    <a:pt x="229" y="103"/>
                    <a:pt x="229"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29" name="Google Shape;423;p32"/>
            <p:cNvSpPr/>
            <p:nvPr/>
          </p:nvSpPr>
          <p:spPr>
            <a:xfrm flipH="1">
              <a:off x="971280" y="383436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0">
                  <a:moveTo>
                    <a:pt x="18" y="229"/>
                  </a:moveTo>
                  <a:lnTo>
                    <a:pt x="0" y="229"/>
                  </a:lnTo>
                  <a:cubicBezTo>
                    <a:pt x="0" y="102"/>
                    <a:pt x="103" y="0"/>
                    <a:pt x="229" y="0"/>
                  </a:cubicBezTo>
                  <a:lnTo>
                    <a:pt x="229" y="17"/>
                  </a:lnTo>
                  <a:cubicBezTo>
                    <a:pt x="113" y="17"/>
                    <a:pt x="18" y="112"/>
                    <a:pt x="18" y="229"/>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30" name="Google Shape;424;p32"/>
            <p:cNvSpPr/>
            <p:nvPr/>
          </p:nvSpPr>
          <p:spPr>
            <a:xfrm flipH="1">
              <a:off x="971280" y="3669120"/>
              <a:ext cx="190440" cy="190440"/>
            </a:xfrm>
            <a:custGeom>
              <a:avLst/>
              <a:gdLst>
                <a:gd name="textAreaLeft" fmla="*/ -360 w 190440"/>
                <a:gd name="textAreaRight" fmla="*/ 190440 w 190440"/>
                <a:gd name="textAreaTop" fmla="*/ 0 h 190440"/>
                <a:gd name="textAreaBottom" fmla="*/ 190800 h 190440"/>
              </a:gdLst>
              <a:ahLst/>
              <a:cxnLst/>
              <a:rect l="textAreaLeft" t="textAreaTop" r="textAreaRight" b="textAreaBottom"/>
              <a:pathLst>
                <a:path w="230" h="230">
                  <a:moveTo>
                    <a:pt x="229" y="229"/>
                  </a:moveTo>
                  <a:cubicBezTo>
                    <a:pt x="103" y="229"/>
                    <a:pt x="0" y="126"/>
                    <a:pt x="0" y="0"/>
                  </a:cubicBezTo>
                  <a:lnTo>
                    <a:pt x="17" y="0"/>
                  </a:lnTo>
                  <a:cubicBezTo>
                    <a:pt x="17" y="117"/>
                    <a:pt x="112" y="212"/>
                    <a:pt x="229" y="212"/>
                  </a:cubicBezTo>
                  <a:lnTo>
                    <a:pt x="229" y="229"/>
                  </a:lnTo>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PlaceHolder 1"/>
          <p:cNvSpPr>
            <a:spLocks noGrp="1"/>
          </p:cNvSpPr>
          <p:nvPr>
            <p:ph type="title"/>
          </p:nvPr>
        </p:nvSpPr>
        <p:spPr>
          <a:xfrm>
            <a:off x="809640" y="895320"/>
            <a:ext cx="4047840" cy="552240"/>
          </a:xfrm>
          <a:prstGeom prst="rect">
            <a:avLst/>
          </a:prstGeom>
          <a:noFill/>
          <a:ln w="0">
            <a:noFill/>
          </a:ln>
        </p:spPr>
        <p:txBody>
          <a:bodyPr lIns="91440" tIns="91440" rIns="91440" bIns="91440" anchor="b">
            <a:normAutofit fontScale="62271"/>
          </a:bodyPr>
          <a:lstStyle/>
          <a:p>
            <a:pPr indent="0">
              <a:lnSpc>
                <a:spcPct val="100000"/>
              </a:lnSpc>
              <a:buNone/>
              <a:tabLst>
                <a:tab pos="0" algn="l"/>
              </a:tabLst>
            </a:pPr>
            <a:r>
              <a:rPr lang="en" sz="3500" b="0" strike="noStrike" spc="-1">
                <a:solidFill>
                  <a:schemeClr val="dk1"/>
                </a:solidFill>
                <a:latin typeface="Sorts Mill Goudy"/>
                <a:ea typeface="Sorts Mill Goudy"/>
              </a:rPr>
              <a:t>Using OpenCV for Gesture Recognition</a:t>
            </a:r>
            <a:endParaRPr lang="fr-FR" sz="3500" b="0" strike="noStrike" spc="-1">
              <a:solidFill>
                <a:schemeClr val="dk1"/>
              </a:solidFill>
              <a:latin typeface="Arial"/>
            </a:endParaRPr>
          </a:p>
        </p:txBody>
      </p:sp>
      <p:sp>
        <p:nvSpPr>
          <p:cNvPr id="332" name="PlaceHolder 2"/>
          <p:cNvSpPr>
            <a:spLocks noGrp="1"/>
          </p:cNvSpPr>
          <p:nvPr>
            <p:ph/>
          </p:nvPr>
        </p:nvSpPr>
        <p:spPr>
          <a:xfrm>
            <a:off x="809640" y="1447920"/>
            <a:ext cx="4047840" cy="28000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Raleway"/>
                <a:ea typeface="Raleway"/>
              </a:rPr>
              <a:t>OpenCV is a versatile library that plays a crucial role in gesture recognition by providing various tools for image processing and analysis. It allows developers to perform real-time processing of video frames obtained from cameras. By leveraging features such as contour detection, color tracking, and optical flow algorithms, OpenCV helps identify specific gestures with high accuracy. It also supports machine learning models that can be trained to recognize custom gestures, broadening the range of interaction possibilities.</a:t>
            </a:r>
            <a:endParaRPr lang="fr-FR" sz="1400" b="0" strike="noStrike" spc="-1">
              <a:solidFill>
                <a:srgbClr val="000000"/>
              </a:solidFill>
              <a:latin typeface="Arial"/>
            </a:endParaRPr>
          </a:p>
        </p:txBody>
      </p:sp>
      <p:pic>
        <p:nvPicPr>
          <p:cNvPr id="333" name="Google Shape;491;p35"/>
          <p:cNvPicPr/>
          <p:nvPr/>
        </p:nvPicPr>
        <p:blipFill>
          <a:blip r:embed="rId2"/>
          <a:srcRect l="28229" r="18813"/>
          <a:stretch/>
        </p:blipFill>
        <p:spPr>
          <a:xfrm>
            <a:off x="5106960" y="534960"/>
            <a:ext cx="3231360" cy="4073040"/>
          </a:xfrm>
          <a:prstGeom prst="rect">
            <a:avLst/>
          </a:prstGeom>
          <a:ln w="9525">
            <a:solidFill>
              <a:srgbClr val="F1ECC8"/>
            </a:solidFill>
            <a:rou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PlaceHolder 1"/>
          <p:cNvSpPr>
            <a:spLocks noGrp="1"/>
          </p:cNvSpPr>
          <p:nvPr>
            <p:ph type="subTitle"/>
          </p:nvPr>
        </p:nvSpPr>
        <p:spPr>
          <a:xfrm>
            <a:off x="3495600" y="3095640"/>
            <a:ext cx="4866840" cy="1257120"/>
          </a:xfrm>
          <a:prstGeom prst="rect">
            <a:avLst/>
          </a:prstGeom>
          <a:noFill/>
          <a:ln w="0">
            <a:noFill/>
          </a:ln>
        </p:spPr>
        <p:txBody>
          <a:bodyPr lIns="91440" tIns="91440" rIns="91440" bIns="91440" anchor="t">
            <a:normAutofit fontScale="68178" lnSpcReduction="10000"/>
          </a:bodyPr>
          <a:lstStyle/>
          <a:p>
            <a:pPr>
              <a:lnSpc>
                <a:spcPct val="100000"/>
              </a:lnSpc>
              <a:tabLst>
                <a:tab pos="0" algn="l"/>
              </a:tabLst>
            </a:pPr>
            <a:r>
              <a:rPr lang="en" sz="1600" b="0" strike="noStrike" spc="-1">
                <a:solidFill>
                  <a:schemeClr val="dk1"/>
                </a:solidFill>
                <a:latin typeface="Raleway"/>
                <a:ea typeface="Raleway"/>
              </a:rPr>
              <a:t>MediaPipe is an efficient framework developed by Google for building cross-platform multimodal applied machine learning pipelines. In gesture recognition, MediaPipe simplifies the process of tracking hand and body movements through its pre-trained models. It provides robust solutions such as hand landmark detection, enabling real-time tracking of a user's hands, crucial for interpreting gestures accurately. By integrating MediaPipe with OpenCV, developers can enhance gesture recognition capabilities and achieve smoother interactions in applications.</a:t>
            </a:r>
            <a:endParaRPr lang="en-US" sz="1600" b="0" strike="noStrike" spc="-1">
              <a:solidFill>
                <a:srgbClr val="FFFFFF"/>
              </a:solidFill>
              <a:latin typeface="OpenSymbol"/>
            </a:endParaRPr>
          </a:p>
        </p:txBody>
      </p:sp>
      <p:sp>
        <p:nvSpPr>
          <p:cNvPr id="335" name="PlaceHolder 2"/>
          <p:cNvSpPr>
            <a:spLocks noGrp="1"/>
          </p:cNvSpPr>
          <p:nvPr>
            <p:ph type="title"/>
          </p:nvPr>
        </p:nvSpPr>
        <p:spPr>
          <a:xfrm>
            <a:off x="3495600" y="2295360"/>
            <a:ext cx="4866840" cy="799920"/>
          </a:xfrm>
          <a:prstGeom prst="rect">
            <a:avLst/>
          </a:prstGeom>
          <a:noFill/>
          <a:ln w="0">
            <a:noFill/>
          </a:ln>
        </p:spPr>
        <p:txBody>
          <a:bodyPr lIns="91440" tIns="91440" rIns="91440" bIns="91440" anchor="b">
            <a:normAutofit fontScale="62424"/>
          </a:bodyPr>
          <a:lstStyle/>
          <a:p>
            <a:pPr indent="0">
              <a:lnSpc>
                <a:spcPct val="100000"/>
              </a:lnSpc>
              <a:buNone/>
              <a:tabLst>
                <a:tab pos="0" algn="l"/>
              </a:tabLst>
            </a:pPr>
            <a:r>
              <a:rPr lang="en" sz="4500" b="0" strike="noStrike" spc="-1">
                <a:solidFill>
                  <a:schemeClr val="dk1"/>
                </a:solidFill>
                <a:latin typeface="Sorts Mill Goudy"/>
                <a:ea typeface="Sorts Mill Goudy"/>
              </a:rPr>
              <a:t>Integrating MediaPipe for Tracking</a:t>
            </a:r>
            <a:endParaRPr lang="fr-FR" sz="4500" b="0" strike="noStrike" spc="-1">
              <a:solidFill>
                <a:schemeClr val="dk1"/>
              </a:solidFill>
              <a:latin typeface="Arial"/>
            </a:endParaRPr>
          </a:p>
        </p:txBody>
      </p:sp>
      <p:grpSp>
        <p:nvGrpSpPr>
          <p:cNvPr id="336" name="Google Shape;350;p29"/>
          <p:cNvGrpSpPr/>
          <p:nvPr/>
        </p:nvGrpSpPr>
        <p:grpSpPr>
          <a:xfrm>
            <a:off x="1087560" y="1695240"/>
            <a:ext cx="1752840" cy="1752840"/>
            <a:chOff x="1087560" y="1695240"/>
            <a:chExt cx="1752840" cy="1752840"/>
          </a:xfrm>
        </p:grpSpPr>
        <p:sp>
          <p:nvSpPr>
            <p:cNvPr id="337" name="Google Shape;351;p29"/>
            <p:cNvSpPr/>
            <p:nvPr/>
          </p:nvSpPr>
          <p:spPr>
            <a:xfrm>
              <a:off x="1335960" y="1946160"/>
              <a:ext cx="1253880" cy="1253880"/>
            </a:xfrm>
            <a:custGeom>
              <a:avLst/>
              <a:gdLst>
                <a:gd name="textAreaLeft" fmla="*/ 0 w 1253880"/>
                <a:gd name="textAreaRight" fmla="*/ 1254240 w 1253880"/>
                <a:gd name="textAreaTop" fmla="*/ 0 h 1253880"/>
                <a:gd name="textAreaBottom" fmla="*/ 1254240 h 1253880"/>
              </a:gdLst>
              <a:ahLst/>
              <a:cxnLst/>
              <a:rect l="textAreaLeft" t="textAreaTop" r="textAreaRight" b="textAreaBottom"/>
              <a:pathLst>
                <a:path w="2094" h="2094">
                  <a:moveTo>
                    <a:pt x="2093" y="2093"/>
                  </a:moveTo>
                  <a:lnTo>
                    <a:pt x="0" y="2093"/>
                  </a:lnTo>
                  <a:lnTo>
                    <a:pt x="0" y="0"/>
                  </a:lnTo>
                  <a:lnTo>
                    <a:pt x="2093" y="0"/>
                  </a:lnTo>
                  <a:lnTo>
                    <a:pt x="2093" y="2093"/>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38" name="Google Shape;352;p29"/>
            <p:cNvSpPr/>
            <p:nvPr/>
          </p:nvSpPr>
          <p:spPr>
            <a:xfrm>
              <a:off x="1330560" y="1940760"/>
              <a:ext cx="1264320" cy="1264320"/>
            </a:xfrm>
            <a:custGeom>
              <a:avLst/>
              <a:gdLst>
                <a:gd name="textAreaLeft" fmla="*/ 0 w 1264320"/>
                <a:gd name="textAreaRight" fmla="*/ 1264680 w 1264320"/>
                <a:gd name="textAreaTop" fmla="*/ 0 h 1264320"/>
                <a:gd name="textAreaBottom" fmla="*/ 1264680 h 1264320"/>
              </a:gdLst>
              <a:ahLst/>
              <a:cxnLst/>
              <a:rect l="textAreaLeft" t="textAreaTop" r="textAreaRight" b="textAreaBottom"/>
              <a:pathLst>
                <a:path w="2111" h="2111">
                  <a:moveTo>
                    <a:pt x="18" y="2092"/>
                  </a:moveTo>
                  <a:lnTo>
                    <a:pt x="2093" y="2092"/>
                  </a:lnTo>
                  <a:lnTo>
                    <a:pt x="2093" y="17"/>
                  </a:lnTo>
                  <a:lnTo>
                    <a:pt x="18" y="17"/>
                  </a:lnTo>
                  <a:lnTo>
                    <a:pt x="18" y="2092"/>
                  </a:lnTo>
                  <a:close/>
                  <a:moveTo>
                    <a:pt x="2110" y="2110"/>
                  </a:moveTo>
                  <a:lnTo>
                    <a:pt x="0" y="2110"/>
                  </a:lnTo>
                  <a:lnTo>
                    <a:pt x="0" y="0"/>
                  </a:lnTo>
                  <a:lnTo>
                    <a:pt x="2110" y="0"/>
                  </a:lnTo>
                  <a:lnTo>
                    <a:pt x="2110" y="21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39" name="Google Shape;353;p29"/>
            <p:cNvSpPr/>
            <p:nvPr/>
          </p:nvSpPr>
          <p:spPr>
            <a:xfrm>
              <a:off x="1420200" y="2027880"/>
              <a:ext cx="1087560" cy="1087560"/>
            </a:xfrm>
            <a:custGeom>
              <a:avLst/>
              <a:gdLst>
                <a:gd name="textAreaLeft" fmla="*/ 0 w 1087560"/>
                <a:gd name="textAreaRight" fmla="*/ 1087920 w 1087560"/>
                <a:gd name="textAreaTop" fmla="*/ 0 h 1087560"/>
                <a:gd name="textAreaBottom" fmla="*/ 1087920 h 1087560"/>
              </a:gdLst>
              <a:ahLst/>
              <a:cxnLst/>
              <a:rect l="textAreaLeft" t="textAreaTop" r="textAreaRight" b="textAreaBottom"/>
              <a:pathLst>
                <a:path w="1816" h="1816">
                  <a:moveTo>
                    <a:pt x="1815" y="1815"/>
                  </a:moveTo>
                  <a:lnTo>
                    <a:pt x="0" y="1815"/>
                  </a:lnTo>
                  <a:lnTo>
                    <a:pt x="0" y="0"/>
                  </a:lnTo>
                  <a:lnTo>
                    <a:pt x="1815" y="0"/>
                  </a:lnTo>
                  <a:lnTo>
                    <a:pt x="1815" y="1815"/>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40" name="Google Shape;354;p29"/>
            <p:cNvSpPr/>
            <p:nvPr/>
          </p:nvSpPr>
          <p:spPr>
            <a:xfrm>
              <a:off x="1095480" y="1703160"/>
              <a:ext cx="1737000" cy="1737000"/>
            </a:xfrm>
            <a:custGeom>
              <a:avLst/>
              <a:gdLst>
                <a:gd name="textAreaLeft" fmla="*/ 0 w 1737000"/>
                <a:gd name="textAreaRight" fmla="*/ 1737360 w 1737000"/>
                <a:gd name="textAreaTop" fmla="*/ 0 h 1737000"/>
                <a:gd name="textAreaBottom" fmla="*/ 1737360 h 1737000"/>
              </a:gdLst>
              <a:ahLst/>
              <a:cxnLst/>
              <a:rect l="textAreaLeft" t="textAreaTop" r="textAreaRight" b="textAreaBottom"/>
              <a:pathLst>
                <a:path w="2902" h="2902">
                  <a:moveTo>
                    <a:pt x="1450" y="2901"/>
                  </a:moveTo>
                  <a:lnTo>
                    <a:pt x="0" y="1451"/>
                  </a:lnTo>
                  <a:lnTo>
                    <a:pt x="1450" y="0"/>
                  </a:lnTo>
                  <a:lnTo>
                    <a:pt x="2901" y="1451"/>
                  </a:lnTo>
                  <a:lnTo>
                    <a:pt x="1450" y="2901"/>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41" name="Google Shape;355;p29"/>
            <p:cNvSpPr/>
            <p:nvPr/>
          </p:nvSpPr>
          <p:spPr>
            <a:xfrm>
              <a:off x="1087560" y="1695240"/>
              <a:ext cx="1752840" cy="1752840"/>
            </a:xfrm>
            <a:custGeom>
              <a:avLst/>
              <a:gdLst>
                <a:gd name="textAreaLeft" fmla="*/ 0 w 1752840"/>
                <a:gd name="textAreaRight" fmla="*/ 1753200 w 1752840"/>
                <a:gd name="textAreaTop" fmla="*/ 0 h 1752840"/>
                <a:gd name="textAreaBottom" fmla="*/ 1753200 h 1752840"/>
              </a:gdLst>
              <a:ahLst/>
              <a:cxnLst/>
              <a:rect l="textAreaLeft" t="textAreaTop" r="textAreaRight" b="textAreaBottom"/>
              <a:pathLst>
                <a:path w="2928" h="2928">
                  <a:moveTo>
                    <a:pt x="25" y="1464"/>
                  </a:moveTo>
                  <a:lnTo>
                    <a:pt x="1463" y="2902"/>
                  </a:lnTo>
                  <a:lnTo>
                    <a:pt x="2902" y="1464"/>
                  </a:lnTo>
                  <a:lnTo>
                    <a:pt x="1463" y="25"/>
                  </a:lnTo>
                  <a:lnTo>
                    <a:pt x="25" y="1464"/>
                  </a:lnTo>
                  <a:close/>
                  <a:moveTo>
                    <a:pt x="1463" y="2927"/>
                  </a:moveTo>
                  <a:lnTo>
                    <a:pt x="0" y="1464"/>
                  </a:lnTo>
                  <a:lnTo>
                    <a:pt x="1463" y="0"/>
                  </a:lnTo>
                  <a:lnTo>
                    <a:pt x="2927" y="1464"/>
                  </a:lnTo>
                  <a:lnTo>
                    <a:pt x="1463" y="292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42" name="Google Shape;356;p29"/>
            <p:cNvSpPr/>
            <p:nvPr/>
          </p:nvSpPr>
          <p:spPr>
            <a:xfrm>
              <a:off x="1684440" y="2294640"/>
              <a:ext cx="556920" cy="554040"/>
            </a:xfrm>
            <a:custGeom>
              <a:avLst/>
              <a:gdLst>
                <a:gd name="textAreaLeft" fmla="*/ 0 w 556920"/>
                <a:gd name="textAreaRight" fmla="*/ 557280 w 556920"/>
                <a:gd name="textAreaTop" fmla="*/ 0 h 554040"/>
                <a:gd name="textAreaBottom" fmla="*/ 554400 h 554040"/>
              </a:gdLst>
              <a:ahLst/>
              <a:cxnLst/>
              <a:rect l="textAreaLeft" t="textAreaTop" r="textAreaRight" b="textAreaBottom"/>
              <a:pathLst>
                <a:path w="929" h="928">
                  <a:moveTo>
                    <a:pt x="928" y="927"/>
                  </a:moveTo>
                  <a:lnTo>
                    <a:pt x="0" y="927"/>
                  </a:lnTo>
                  <a:lnTo>
                    <a:pt x="0" y="0"/>
                  </a:lnTo>
                  <a:lnTo>
                    <a:pt x="928" y="0"/>
                  </a:lnTo>
                  <a:lnTo>
                    <a:pt x="928" y="927"/>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43" name="Google Shape;357;p29"/>
            <p:cNvSpPr/>
            <p:nvPr/>
          </p:nvSpPr>
          <p:spPr>
            <a:xfrm>
              <a:off x="1679040" y="2289240"/>
              <a:ext cx="567360" cy="567360"/>
            </a:xfrm>
            <a:custGeom>
              <a:avLst/>
              <a:gdLst>
                <a:gd name="textAreaLeft" fmla="*/ 0 w 567360"/>
                <a:gd name="textAreaRight" fmla="*/ 567720 w 567360"/>
                <a:gd name="textAreaTop" fmla="*/ 0 h 567360"/>
                <a:gd name="textAreaBottom" fmla="*/ 567720 h 5673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44" name="Google Shape;358;p29"/>
            <p:cNvSpPr/>
            <p:nvPr/>
          </p:nvSpPr>
          <p:spPr>
            <a:xfrm>
              <a:off x="1721520" y="2331360"/>
              <a:ext cx="482760" cy="480240"/>
            </a:xfrm>
            <a:custGeom>
              <a:avLst/>
              <a:gdLst>
                <a:gd name="textAreaLeft" fmla="*/ 0 w 482760"/>
                <a:gd name="textAreaRight" fmla="*/ 483120 w 482760"/>
                <a:gd name="textAreaTop" fmla="*/ 0 h 480240"/>
                <a:gd name="textAreaBottom" fmla="*/ 480600 h 480240"/>
              </a:gdLst>
              <a:ahLst/>
              <a:cxnLst/>
              <a:rect l="textAreaLeft" t="textAreaTop" r="textAreaRight" b="textAreaBottom"/>
              <a:pathLst>
                <a:path w="805" h="804">
                  <a:moveTo>
                    <a:pt x="804" y="803"/>
                  </a:moveTo>
                  <a:lnTo>
                    <a:pt x="0" y="803"/>
                  </a:lnTo>
                  <a:lnTo>
                    <a:pt x="0" y="0"/>
                  </a:lnTo>
                  <a:lnTo>
                    <a:pt x="804" y="0"/>
                  </a:lnTo>
                  <a:lnTo>
                    <a:pt x="804" y="803"/>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PlaceHolder 1"/>
          <p:cNvSpPr>
            <a:spLocks noGrp="1"/>
          </p:cNvSpPr>
          <p:nvPr>
            <p:ph type="subTitle"/>
          </p:nvPr>
        </p:nvSpPr>
        <p:spPr>
          <a:xfrm>
            <a:off x="3495600" y="3095640"/>
            <a:ext cx="4866840" cy="1257120"/>
          </a:xfrm>
          <a:prstGeom prst="rect">
            <a:avLst/>
          </a:prstGeom>
          <a:noFill/>
          <a:ln w="0">
            <a:noFill/>
          </a:ln>
        </p:spPr>
        <p:txBody>
          <a:bodyPr lIns="91440" tIns="91440" rIns="91440" bIns="91440" anchor="t">
            <a:normAutofit fontScale="61923"/>
          </a:bodyPr>
          <a:lstStyle/>
          <a:p>
            <a:pPr>
              <a:lnSpc>
                <a:spcPct val="100000"/>
              </a:lnSpc>
              <a:tabLst>
                <a:tab pos="0" algn="l"/>
              </a:tabLst>
            </a:pPr>
            <a:r>
              <a:rPr lang="en" sz="1600" b="0" strike="noStrike" spc="-1">
                <a:solidFill>
                  <a:schemeClr val="dk1"/>
                </a:solidFill>
                <a:latin typeface="Raleway"/>
                <a:ea typeface="Raleway"/>
              </a:rPr>
              <a:t>Palm's text-bison-001 is an advanced model that aids in natural language processing, allowing for enhanced interaction through gesture recognition systems. It can interpret user intents based on gestures and provide contextual responses, enhancing human-computer communication. By integrating this model, developers can create more intuitive applications where gestural input and natural language understanding work together, leading to a seamless and engaging user experience. This integration is particularly valuable in scenarios where voice-based inputs may not be feasible.</a:t>
            </a:r>
            <a:endParaRPr lang="en-US" sz="1600" b="0" strike="noStrike" spc="-1">
              <a:solidFill>
                <a:srgbClr val="FFFFFF"/>
              </a:solidFill>
              <a:latin typeface="OpenSymbol"/>
            </a:endParaRPr>
          </a:p>
        </p:txBody>
      </p:sp>
      <p:sp>
        <p:nvSpPr>
          <p:cNvPr id="346" name="PlaceHolder 2"/>
          <p:cNvSpPr>
            <a:spLocks noGrp="1"/>
          </p:cNvSpPr>
          <p:nvPr>
            <p:ph type="title"/>
          </p:nvPr>
        </p:nvSpPr>
        <p:spPr>
          <a:xfrm>
            <a:off x="3495600" y="2295360"/>
            <a:ext cx="4866840" cy="799920"/>
          </a:xfrm>
          <a:prstGeom prst="rect">
            <a:avLst/>
          </a:prstGeom>
          <a:noFill/>
          <a:ln w="0">
            <a:noFill/>
          </a:ln>
        </p:spPr>
        <p:txBody>
          <a:bodyPr lIns="91440" tIns="91440" rIns="91440" bIns="91440" anchor="b">
            <a:normAutofit fontScale="66867"/>
          </a:bodyPr>
          <a:lstStyle/>
          <a:p>
            <a:pPr indent="0">
              <a:lnSpc>
                <a:spcPct val="100000"/>
              </a:lnSpc>
              <a:buNone/>
              <a:tabLst>
                <a:tab pos="0" algn="l"/>
              </a:tabLst>
            </a:pPr>
            <a:r>
              <a:rPr lang="en" sz="4500" b="0" strike="noStrike" spc="-1">
                <a:solidFill>
                  <a:schemeClr val="dk1"/>
                </a:solidFill>
                <a:latin typeface="Sorts Mill Goudy"/>
                <a:ea typeface="Sorts Mill Goudy"/>
              </a:rPr>
              <a:t>Leveraging Palm's text-bison-001</a:t>
            </a:r>
            <a:endParaRPr lang="fr-FR" sz="4500" b="0" strike="noStrike" spc="-1">
              <a:solidFill>
                <a:schemeClr val="dk1"/>
              </a:solidFill>
              <a:latin typeface="Arial"/>
            </a:endParaRPr>
          </a:p>
        </p:txBody>
      </p:sp>
      <p:grpSp>
        <p:nvGrpSpPr>
          <p:cNvPr id="347" name="Google Shape;350;p29"/>
          <p:cNvGrpSpPr/>
          <p:nvPr/>
        </p:nvGrpSpPr>
        <p:grpSpPr>
          <a:xfrm>
            <a:off x="1087560" y="1695240"/>
            <a:ext cx="1752840" cy="1752840"/>
            <a:chOff x="1087560" y="1695240"/>
            <a:chExt cx="1752840" cy="1752840"/>
          </a:xfrm>
        </p:grpSpPr>
        <p:sp>
          <p:nvSpPr>
            <p:cNvPr id="348" name="Google Shape;351;p29"/>
            <p:cNvSpPr/>
            <p:nvPr/>
          </p:nvSpPr>
          <p:spPr>
            <a:xfrm>
              <a:off x="1335960" y="1946160"/>
              <a:ext cx="1253880" cy="1253880"/>
            </a:xfrm>
            <a:custGeom>
              <a:avLst/>
              <a:gdLst>
                <a:gd name="textAreaLeft" fmla="*/ 0 w 1253880"/>
                <a:gd name="textAreaRight" fmla="*/ 1254240 w 1253880"/>
                <a:gd name="textAreaTop" fmla="*/ 0 h 1253880"/>
                <a:gd name="textAreaBottom" fmla="*/ 1254240 h 1253880"/>
              </a:gdLst>
              <a:ahLst/>
              <a:cxnLst/>
              <a:rect l="textAreaLeft" t="textAreaTop" r="textAreaRight" b="textAreaBottom"/>
              <a:pathLst>
                <a:path w="2094" h="2094">
                  <a:moveTo>
                    <a:pt x="2093" y="2093"/>
                  </a:moveTo>
                  <a:lnTo>
                    <a:pt x="0" y="2093"/>
                  </a:lnTo>
                  <a:lnTo>
                    <a:pt x="0" y="0"/>
                  </a:lnTo>
                  <a:lnTo>
                    <a:pt x="2093" y="0"/>
                  </a:lnTo>
                  <a:lnTo>
                    <a:pt x="2093" y="2093"/>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49" name="Google Shape;352;p29"/>
            <p:cNvSpPr/>
            <p:nvPr/>
          </p:nvSpPr>
          <p:spPr>
            <a:xfrm>
              <a:off x="1330560" y="1940760"/>
              <a:ext cx="1264320" cy="1264320"/>
            </a:xfrm>
            <a:custGeom>
              <a:avLst/>
              <a:gdLst>
                <a:gd name="textAreaLeft" fmla="*/ 0 w 1264320"/>
                <a:gd name="textAreaRight" fmla="*/ 1264680 w 1264320"/>
                <a:gd name="textAreaTop" fmla="*/ 0 h 1264320"/>
                <a:gd name="textAreaBottom" fmla="*/ 1264680 h 1264320"/>
              </a:gdLst>
              <a:ahLst/>
              <a:cxnLst/>
              <a:rect l="textAreaLeft" t="textAreaTop" r="textAreaRight" b="textAreaBottom"/>
              <a:pathLst>
                <a:path w="2111" h="2111">
                  <a:moveTo>
                    <a:pt x="18" y="2092"/>
                  </a:moveTo>
                  <a:lnTo>
                    <a:pt x="2093" y="2092"/>
                  </a:lnTo>
                  <a:lnTo>
                    <a:pt x="2093" y="17"/>
                  </a:lnTo>
                  <a:lnTo>
                    <a:pt x="18" y="17"/>
                  </a:lnTo>
                  <a:lnTo>
                    <a:pt x="18" y="2092"/>
                  </a:lnTo>
                  <a:close/>
                  <a:moveTo>
                    <a:pt x="2110" y="2110"/>
                  </a:moveTo>
                  <a:lnTo>
                    <a:pt x="0" y="2110"/>
                  </a:lnTo>
                  <a:lnTo>
                    <a:pt x="0" y="0"/>
                  </a:lnTo>
                  <a:lnTo>
                    <a:pt x="2110" y="0"/>
                  </a:lnTo>
                  <a:lnTo>
                    <a:pt x="2110" y="21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50" name="Google Shape;353;p29"/>
            <p:cNvSpPr/>
            <p:nvPr/>
          </p:nvSpPr>
          <p:spPr>
            <a:xfrm>
              <a:off x="1420200" y="2027880"/>
              <a:ext cx="1087560" cy="1087560"/>
            </a:xfrm>
            <a:custGeom>
              <a:avLst/>
              <a:gdLst>
                <a:gd name="textAreaLeft" fmla="*/ 0 w 1087560"/>
                <a:gd name="textAreaRight" fmla="*/ 1087920 w 1087560"/>
                <a:gd name="textAreaTop" fmla="*/ 0 h 1087560"/>
                <a:gd name="textAreaBottom" fmla="*/ 1087920 h 1087560"/>
              </a:gdLst>
              <a:ahLst/>
              <a:cxnLst/>
              <a:rect l="textAreaLeft" t="textAreaTop" r="textAreaRight" b="textAreaBottom"/>
              <a:pathLst>
                <a:path w="1816" h="1816">
                  <a:moveTo>
                    <a:pt x="1815" y="1815"/>
                  </a:moveTo>
                  <a:lnTo>
                    <a:pt x="0" y="1815"/>
                  </a:lnTo>
                  <a:lnTo>
                    <a:pt x="0" y="0"/>
                  </a:lnTo>
                  <a:lnTo>
                    <a:pt x="1815" y="0"/>
                  </a:lnTo>
                  <a:lnTo>
                    <a:pt x="1815" y="1815"/>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51" name="Google Shape;354;p29"/>
            <p:cNvSpPr/>
            <p:nvPr/>
          </p:nvSpPr>
          <p:spPr>
            <a:xfrm>
              <a:off x="1095480" y="1703160"/>
              <a:ext cx="1737000" cy="1737000"/>
            </a:xfrm>
            <a:custGeom>
              <a:avLst/>
              <a:gdLst>
                <a:gd name="textAreaLeft" fmla="*/ 0 w 1737000"/>
                <a:gd name="textAreaRight" fmla="*/ 1737360 w 1737000"/>
                <a:gd name="textAreaTop" fmla="*/ 0 h 1737000"/>
                <a:gd name="textAreaBottom" fmla="*/ 1737360 h 1737000"/>
              </a:gdLst>
              <a:ahLst/>
              <a:cxnLst/>
              <a:rect l="textAreaLeft" t="textAreaTop" r="textAreaRight" b="textAreaBottom"/>
              <a:pathLst>
                <a:path w="2902" h="2902">
                  <a:moveTo>
                    <a:pt x="1450" y="2901"/>
                  </a:moveTo>
                  <a:lnTo>
                    <a:pt x="0" y="1451"/>
                  </a:lnTo>
                  <a:lnTo>
                    <a:pt x="1450" y="0"/>
                  </a:lnTo>
                  <a:lnTo>
                    <a:pt x="2901" y="1451"/>
                  </a:lnTo>
                  <a:lnTo>
                    <a:pt x="1450" y="2901"/>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52" name="Google Shape;355;p29"/>
            <p:cNvSpPr/>
            <p:nvPr/>
          </p:nvSpPr>
          <p:spPr>
            <a:xfrm>
              <a:off x="1087560" y="1695240"/>
              <a:ext cx="1752840" cy="1752840"/>
            </a:xfrm>
            <a:custGeom>
              <a:avLst/>
              <a:gdLst>
                <a:gd name="textAreaLeft" fmla="*/ 0 w 1752840"/>
                <a:gd name="textAreaRight" fmla="*/ 1753200 w 1752840"/>
                <a:gd name="textAreaTop" fmla="*/ 0 h 1752840"/>
                <a:gd name="textAreaBottom" fmla="*/ 1753200 h 1752840"/>
              </a:gdLst>
              <a:ahLst/>
              <a:cxnLst/>
              <a:rect l="textAreaLeft" t="textAreaTop" r="textAreaRight" b="textAreaBottom"/>
              <a:pathLst>
                <a:path w="2928" h="2928">
                  <a:moveTo>
                    <a:pt x="25" y="1464"/>
                  </a:moveTo>
                  <a:lnTo>
                    <a:pt x="1463" y="2902"/>
                  </a:lnTo>
                  <a:lnTo>
                    <a:pt x="2902" y="1464"/>
                  </a:lnTo>
                  <a:lnTo>
                    <a:pt x="1463" y="25"/>
                  </a:lnTo>
                  <a:lnTo>
                    <a:pt x="25" y="1464"/>
                  </a:lnTo>
                  <a:close/>
                  <a:moveTo>
                    <a:pt x="1463" y="2927"/>
                  </a:moveTo>
                  <a:lnTo>
                    <a:pt x="0" y="1464"/>
                  </a:lnTo>
                  <a:lnTo>
                    <a:pt x="1463" y="0"/>
                  </a:lnTo>
                  <a:lnTo>
                    <a:pt x="2927" y="1464"/>
                  </a:lnTo>
                  <a:lnTo>
                    <a:pt x="1463" y="292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53" name="Google Shape;356;p29"/>
            <p:cNvSpPr/>
            <p:nvPr/>
          </p:nvSpPr>
          <p:spPr>
            <a:xfrm>
              <a:off x="1684440" y="2294640"/>
              <a:ext cx="556920" cy="554040"/>
            </a:xfrm>
            <a:custGeom>
              <a:avLst/>
              <a:gdLst>
                <a:gd name="textAreaLeft" fmla="*/ 0 w 556920"/>
                <a:gd name="textAreaRight" fmla="*/ 557280 w 556920"/>
                <a:gd name="textAreaTop" fmla="*/ 0 h 554040"/>
                <a:gd name="textAreaBottom" fmla="*/ 554400 h 554040"/>
              </a:gdLst>
              <a:ahLst/>
              <a:cxnLst/>
              <a:rect l="textAreaLeft" t="textAreaTop" r="textAreaRight" b="textAreaBottom"/>
              <a:pathLst>
                <a:path w="929" h="928">
                  <a:moveTo>
                    <a:pt x="928" y="927"/>
                  </a:moveTo>
                  <a:lnTo>
                    <a:pt x="0" y="927"/>
                  </a:lnTo>
                  <a:lnTo>
                    <a:pt x="0" y="0"/>
                  </a:lnTo>
                  <a:lnTo>
                    <a:pt x="928" y="0"/>
                  </a:lnTo>
                  <a:lnTo>
                    <a:pt x="928" y="927"/>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54" name="Google Shape;357;p29"/>
            <p:cNvSpPr/>
            <p:nvPr/>
          </p:nvSpPr>
          <p:spPr>
            <a:xfrm>
              <a:off x="1679040" y="2289240"/>
              <a:ext cx="567360" cy="567360"/>
            </a:xfrm>
            <a:custGeom>
              <a:avLst/>
              <a:gdLst>
                <a:gd name="textAreaLeft" fmla="*/ 0 w 567360"/>
                <a:gd name="textAreaRight" fmla="*/ 567720 w 567360"/>
                <a:gd name="textAreaTop" fmla="*/ 0 h 567360"/>
                <a:gd name="textAreaBottom" fmla="*/ 567720 h 5673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55" name="Google Shape;358;p29"/>
            <p:cNvSpPr/>
            <p:nvPr/>
          </p:nvSpPr>
          <p:spPr>
            <a:xfrm>
              <a:off x="1721520" y="2331360"/>
              <a:ext cx="482760" cy="480240"/>
            </a:xfrm>
            <a:custGeom>
              <a:avLst/>
              <a:gdLst>
                <a:gd name="textAreaLeft" fmla="*/ 0 w 482760"/>
                <a:gd name="textAreaRight" fmla="*/ 483120 w 482760"/>
                <a:gd name="textAreaTop" fmla="*/ 0 h 480240"/>
                <a:gd name="textAreaBottom" fmla="*/ 480600 h 480240"/>
              </a:gdLst>
              <a:ahLst/>
              <a:cxnLst/>
              <a:rect l="textAreaLeft" t="textAreaTop" r="textAreaRight" b="textAreaBottom"/>
              <a:pathLst>
                <a:path w="805" h="804">
                  <a:moveTo>
                    <a:pt x="804" y="803"/>
                  </a:moveTo>
                  <a:lnTo>
                    <a:pt x="0" y="803"/>
                  </a:lnTo>
                  <a:lnTo>
                    <a:pt x="0" y="0"/>
                  </a:lnTo>
                  <a:lnTo>
                    <a:pt x="804" y="0"/>
                  </a:lnTo>
                  <a:lnTo>
                    <a:pt x="804" y="803"/>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PlaceHolder 1"/>
          <p:cNvSpPr>
            <a:spLocks noGrp="1"/>
          </p:cNvSpPr>
          <p:nvPr>
            <p:ph type="subTitle"/>
          </p:nvPr>
        </p:nvSpPr>
        <p:spPr>
          <a:xfrm>
            <a:off x="3495600" y="3095640"/>
            <a:ext cx="4866840" cy="1257120"/>
          </a:xfrm>
          <a:prstGeom prst="rect">
            <a:avLst/>
          </a:prstGeom>
          <a:noFill/>
          <a:ln w="0">
            <a:noFill/>
          </a:ln>
        </p:spPr>
        <p:txBody>
          <a:bodyPr lIns="91440" tIns="91440" rIns="91440" bIns="91440" anchor="t">
            <a:normAutofit fontScale="74433" lnSpcReduction="20000"/>
          </a:bodyPr>
          <a:lstStyle/>
          <a:p>
            <a:pPr>
              <a:lnSpc>
                <a:spcPct val="100000"/>
              </a:lnSpc>
              <a:tabLst>
                <a:tab pos="0" algn="l"/>
              </a:tabLst>
            </a:pPr>
            <a:r>
              <a:rPr lang="en" sz="1600" b="0" strike="noStrike" spc="-1">
                <a:solidFill>
                  <a:schemeClr val="dk1"/>
                </a:solidFill>
                <a:latin typeface="Raleway"/>
                <a:ea typeface="Raleway"/>
              </a:rPr>
              <a:t>In conclusion, gesture-based human-computer interaction systems powered by OpenCV, MediaPipe, and Palm's text-bison-001 present a significant advancement in user interface design. By harnessing the strengths of these technologies, we can create seamless, intuitive, and engaging experiences across various applications. As these tools continue to evolve, the potential for innovative uses in our daily lives expands, paving the way for a more interactive and user-friendly digital future.</a:t>
            </a:r>
            <a:endParaRPr lang="en-US" sz="1600" b="0" strike="noStrike" spc="-1">
              <a:solidFill>
                <a:srgbClr val="FFFFFF"/>
              </a:solidFill>
              <a:latin typeface="OpenSymbol"/>
            </a:endParaRPr>
          </a:p>
        </p:txBody>
      </p:sp>
      <p:sp>
        <p:nvSpPr>
          <p:cNvPr id="357" name="PlaceHolder 2"/>
          <p:cNvSpPr>
            <a:spLocks noGrp="1"/>
          </p:cNvSpPr>
          <p:nvPr>
            <p:ph type="title"/>
          </p:nvPr>
        </p:nvSpPr>
        <p:spPr>
          <a:xfrm>
            <a:off x="3495600" y="2295360"/>
            <a:ext cx="4866840" cy="799920"/>
          </a:xfrm>
          <a:prstGeom prst="rect">
            <a:avLst/>
          </a:prstGeom>
          <a:noFill/>
          <a:ln w="0">
            <a:noFill/>
          </a:ln>
        </p:spPr>
        <p:txBody>
          <a:bodyPr lIns="91440" tIns="91440" rIns="91440" bIns="91440" anchor="b">
            <a:normAutofit fontScale="90415"/>
          </a:bodyPr>
          <a:lstStyle/>
          <a:p>
            <a:pPr indent="0">
              <a:lnSpc>
                <a:spcPct val="100000"/>
              </a:lnSpc>
              <a:buNone/>
              <a:tabLst>
                <a:tab pos="0" algn="l"/>
              </a:tabLst>
            </a:pPr>
            <a:r>
              <a:rPr lang="en" sz="4500" b="0" strike="noStrike" spc="-1">
                <a:solidFill>
                  <a:schemeClr val="dk1"/>
                </a:solidFill>
                <a:latin typeface="Sorts Mill Goudy"/>
                <a:ea typeface="Sorts Mill Goudy"/>
              </a:rPr>
              <a:t>Conclusions</a:t>
            </a:r>
            <a:endParaRPr lang="fr-FR" sz="4500" b="0" strike="noStrike" spc="-1">
              <a:solidFill>
                <a:schemeClr val="dk1"/>
              </a:solidFill>
              <a:latin typeface="Arial"/>
            </a:endParaRPr>
          </a:p>
        </p:txBody>
      </p:sp>
      <p:grpSp>
        <p:nvGrpSpPr>
          <p:cNvPr id="358" name="Google Shape;350;p29"/>
          <p:cNvGrpSpPr/>
          <p:nvPr/>
        </p:nvGrpSpPr>
        <p:grpSpPr>
          <a:xfrm>
            <a:off x="1087560" y="1695240"/>
            <a:ext cx="1752840" cy="1752840"/>
            <a:chOff x="1087560" y="1695240"/>
            <a:chExt cx="1752840" cy="1752840"/>
          </a:xfrm>
        </p:grpSpPr>
        <p:sp>
          <p:nvSpPr>
            <p:cNvPr id="359" name="Google Shape;351;p29"/>
            <p:cNvSpPr/>
            <p:nvPr/>
          </p:nvSpPr>
          <p:spPr>
            <a:xfrm>
              <a:off x="1335960" y="1946160"/>
              <a:ext cx="1253880" cy="1253880"/>
            </a:xfrm>
            <a:custGeom>
              <a:avLst/>
              <a:gdLst>
                <a:gd name="textAreaLeft" fmla="*/ 0 w 1253880"/>
                <a:gd name="textAreaRight" fmla="*/ 1254240 w 1253880"/>
                <a:gd name="textAreaTop" fmla="*/ 0 h 1253880"/>
                <a:gd name="textAreaBottom" fmla="*/ 1254240 h 1253880"/>
              </a:gdLst>
              <a:ahLst/>
              <a:cxnLst/>
              <a:rect l="textAreaLeft" t="textAreaTop" r="textAreaRight" b="textAreaBottom"/>
              <a:pathLst>
                <a:path w="2094" h="2094">
                  <a:moveTo>
                    <a:pt x="2093" y="2093"/>
                  </a:moveTo>
                  <a:lnTo>
                    <a:pt x="0" y="2093"/>
                  </a:lnTo>
                  <a:lnTo>
                    <a:pt x="0" y="0"/>
                  </a:lnTo>
                  <a:lnTo>
                    <a:pt x="2093" y="0"/>
                  </a:lnTo>
                  <a:lnTo>
                    <a:pt x="2093" y="2093"/>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60" name="Google Shape;352;p29"/>
            <p:cNvSpPr/>
            <p:nvPr/>
          </p:nvSpPr>
          <p:spPr>
            <a:xfrm>
              <a:off x="1330560" y="1940760"/>
              <a:ext cx="1264320" cy="1264320"/>
            </a:xfrm>
            <a:custGeom>
              <a:avLst/>
              <a:gdLst>
                <a:gd name="textAreaLeft" fmla="*/ 0 w 1264320"/>
                <a:gd name="textAreaRight" fmla="*/ 1264680 w 1264320"/>
                <a:gd name="textAreaTop" fmla="*/ 0 h 1264320"/>
                <a:gd name="textAreaBottom" fmla="*/ 1264680 h 1264320"/>
              </a:gdLst>
              <a:ahLst/>
              <a:cxnLst/>
              <a:rect l="textAreaLeft" t="textAreaTop" r="textAreaRight" b="textAreaBottom"/>
              <a:pathLst>
                <a:path w="2111" h="2111">
                  <a:moveTo>
                    <a:pt x="18" y="2092"/>
                  </a:moveTo>
                  <a:lnTo>
                    <a:pt x="2093" y="2092"/>
                  </a:lnTo>
                  <a:lnTo>
                    <a:pt x="2093" y="17"/>
                  </a:lnTo>
                  <a:lnTo>
                    <a:pt x="18" y="17"/>
                  </a:lnTo>
                  <a:lnTo>
                    <a:pt x="18" y="2092"/>
                  </a:lnTo>
                  <a:close/>
                  <a:moveTo>
                    <a:pt x="2110" y="2110"/>
                  </a:moveTo>
                  <a:lnTo>
                    <a:pt x="0" y="2110"/>
                  </a:lnTo>
                  <a:lnTo>
                    <a:pt x="0" y="0"/>
                  </a:lnTo>
                  <a:lnTo>
                    <a:pt x="2110" y="0"/>
                  </a:lnTo>
                  <a:lnTo>
                    <a:pt x="2110" y="21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61" name="Google Shape;353;p29"/>
            <p:cNvSpPr/>
            <p:nvPr/>
          </p:nvSpPr>
          <p:spPr>
            <a:xfrm>
              <a:off x="1420200" y="2027880"/>
              <a:ext cx="1087560" cy="1087560"/>
            </a:xfrm>
            <a:custGeom>
              <a:avLst/>
              <a:gdLst>
                <a:gd name="textAreaLeft" fmla="*/ 0 w 1087560"/>
                <a:gd name="textAreaRight" fmla="*/ 1087920 w 1087560"/>
                <a:gd name="textAreaTop" fmla="*/ 0 h 1087560"/>
                <a:gd name="textAreaBottom" fmla="*/ 1087920 h 1087560"/>
              </a:gdLst>
              <a:ahLst/>
              <a:cxnLst/>
              <a:rect l="textAreaLeft" t="textAreaTop" r="textAreaRight" b="textAreaBottom"/>
              <a:pathLst>
                <a:path w="1816" h="1816">
                  <a:moveTo>
                    <a:pt x="1815" y="1815"/>
                  </a:moveTo>
                  <a:lnTo>
                    <a:pt x="0" y="1815"/>
                  </a:lnTo>
                  <a:lnTo>
                    <a:pt x="0" y="0"/>
                  </a:lnTo>
                  <a:lnTo>
                    <a:pt x="1815" y="0"/>
                  </a:lnTo>
                  <a:lnTo>
                    <a:pt x="1815" y="1815"/>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62" name="Google Shape;354;p29"/>
            <p:cNvSpPr/>
            <p:nvPr/>
          </p:nvSpPr>
          <p:spPr>
            <a:xfrm>
              <a:off x="1095480" y="1703160"/>
              <a:ext cx="1737000" cy="1737000"/>
            </a:xfrm>
            <a:custGeom>
              <a:avLst/>
              <a:gdLst>
                <a:gd name="textAreaLeft" fmla="*/ 0 w 1737000"/>
                <a:gd name="textAreaRight" fmla="*/ 1737360 w 1737000"/>
                <a:gd name="textAreaTop" fmla="*/ 0 h 1737000"/>
                <a:gd name="textAreaBottom" fmla="*/ 1737360 h 1737000"/>
              </a:gdLst>
              <a:ahLst/>
              <a:cxnLst/>
              <a:rect l="textAreaLeft" t="textAreaTop" r="textAreaRight" b="textAreaBottom"/>
              <a:pathLst>
                <a:path w="2902" h="2902">
                  <a:moveTo>
                    <a:pt x="1450" y="2901"/>
                  </a:moveTo>
                  <a:lnTo>
                    <a:pt x="0" y="1451"/>
                  </a:lnTo>
                  <a:lnTo>
                    <a:pt x="1450" y="0"/>
                  </a:lnTo>
                  <a:lnTo>
                    <a:pt x="2901" y="1451"/>
                  </a:lnTo>
                  <a:lnTo>
                    <a:pt x="1450" y="2901"/>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63" name="Google Shape;355;p29"/>
            <p:cNvSpPr/>
            <p:nvPr/>
          </p:nvSpPr>
          <p:spPr>
            <a:xfrm>
              <a:off x="1087560" y="1695240"/>
              <a:ext cx="1752840" cy="1752840"/>
            </a:xfrm>
            <a:custGeom>
              <a:avLst/>
              <a:gdLst>
                <a:gd name="textAreaLeft" fmla="*/ 0 w 1752840"/>
                <a:gd name="textAreaRight" fmla="*/ 1753200 w 1752840"/>
                <a:gd name="textAreaTop" fmla="*/ 0 h 1752840"/>
                <a:gd name="textAreaBottom" fmla="*/ 1753200 h 1752840"/>
              </a:gdLst>
              <a:ahLst/>
              <a:cxnLst/>
              <a:rect l="textAreaLeft" t="textAreaTop" r="textAreaRight" b="textAreaBottom"/>
              <a:pathLst>
                <a:path w="2928" h="2928">
                  <a:moveTo>
                    <a:pt x="25" y="1464"/>
                  </a:moveTo>
                  <a:lnTo>
                    <a:pt x="1463" y="2902"/>
                  </a:lnTo>
                  <a:lnTo>
                    <a:pt x="2902" y="1464"/>
                  </a:lnTo>
                  <a:lnTo>
                    <a:pt x="1463" y="25"/>
                  </a:lnTo>
                  <a:lnTo>
                    <a:pt x="25" y="1464"/>
                  </a:lnTo>
                  <a:close/>
                  <a:moveTo>
                    <a:pt x="1463" y="2927"/>
                  </a:moveTo>
                  <a:lnTo>
                    <a:pt x="0" y="1464"/>
                  </a:lnTo>
                  <a:lnTo>
                    <a:pt x="1463" y="0"/>
                  </a:lnTo>
                  <a:lnTo>
                    <a:pt x="2927" y="1464"/>
                  </a:lnTo>
                  <a:lnTo>
                    <a:pt x="1463" y="2927"/>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64" name="Google Shape;356;p29"/>
            <p:cNvSpPr/>
            <p:nvPr/>
          </p:nvSpPr>
          <p:spPr>
            <a:xfrm>
              <a:off x="1684440" y="2294640"/>
              <a:ext cx="556920" cy="554040"/>
            </a:xfrm>
            <a:custGeom>
              <a:avLst/>
              <a:gdLst>
                <a:gd name="textAreaLeft" fmla="*/ 0 w 556920"/>
                <a:gd name="textAreaRight" fmla="*/ 557280 w 556920"/>
                <a:gd name="textAreaTop" fmla="*/ 0 h 554040"/>
                <a:gd name="textAreaBottom" fmla="*/ 554400 h 554040"/>
              </a:gdLst>
              <a:ahLst/>
              <a:cxnLst/>
              <a:rect l="textAreaLeft" t="textAreaTop" r="textAreaRight" b="textAreaBottom"/>
              <a:pathLst>
                <a:path w="929" h="928">
                  <a:moveTo>
                    <a:pt x="928" y="927"/>
                  </a:moveTo>
                  <a:lnTo>
                    <a:pt x="0" y="927"/>
                  </a:lnTo>
                  <a:lnTo>
                    <a:pt x="0" y="0"/>
                  </a:lnTo>
                  <a:lnTo>
                    <a:pt x="928" y="0"/>
                  </a:lnTo>
                  <a:lnTo>
                    <a:pt x="928" y="927"/>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sp>
          <p:nvSpPr>
            <p:cNvPr id="365" name="Google Shape;357;p29"/>
            <p:cNvSpPr/>
            <p:nvPr/>
          </p:nvSpPr>
          <p:spPr>
            <a:xfrm>
              <a:off x="1679040" y="2289240"/>
              <a:ext cx="567360" cy="567360"/>
            </a:xfrm>
            <a:custGeom>
              <a:avLst/>
              <a:gdLst>
                <a:gd name="textAreaLeft" fmla="*/ 0 w 567360"/>
                <a:gd name="textAreaRight" fmla="*/ 567720 w 567360"/>
                <a:gd name="textAreaTop" fmla="*/ 0 h 567360"/>
                <a:gd name="textAreaBottom" fmla="*/ 567720 h 567360"/>
              </a:gdLst>
              <a:ahLst/>
              <a:cxnLst/>
              <a:rect l="textAreaLeft" t="textAreaTop" r="textAreaRight" b="textAreaBottom"/>
              <a:pathLst>
                <a:path w="947" h="946">
                  <a:moveTo>
                    <a:pt x="18" y="927"/>
                  </a:moveTo>
                  <a:lnTo>
                    <a:pt x="928" y="927"/>
                  </a:lnTo>
                  <a:lnTo>
                    <a:pt x="928" y="18"/>
                  </a:lnTo>
                  <a:lnTo>
                    <a:pt x="18" y="18"/>
                  </a:lnTo>
                  <a:lnTo>
                    <a:pt x="18" y="927"/>
                  </a:lnTo>
                  <a:close/>
                  <a:moveTo>
                    <a:pt x="946" y="945"/>
                  </a:moveTo>
                  <a:lnTo>
                    <a:pt x="0" y="945"/>
                  </a:lnTo>
                  <a:lnTo>
                    <a:pt x="0" y="0"/>
                  </a:lnTo>
                  <a:lnTo>
                    <a:pt x="946" y="0"/>
                  </a:lnTo>
                  <a:lnTo>
                    <a:pt x="946" y="94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000000"/>
                </a:solidFill>
                <a:latin typeface="OpenSymbol"/>
              </a:endParaRPr>
            </a:p>
          </p:txBody>
        </p:sp>
        <p:sp>
          <p:nvSpPr>
            <p:cNvPr id="366" name="Google Shape;358;p29"/>
            <p:cNvSpPr/>
            <p:nvPr/>
          </p:nvSpPr>
          <p:spPr>
            <a:xfrm>
              <a:off x="1721520" y="2331360"/>
              <a:ext cx="482760" cy="480240"/>
            </a:xfrm>
            <a:custGeom>
              <a:avLst/>
              <a:gdLst>
                <a:gd name="textAreaLeft" fmla="*/ 0 w 482760"/>
                <a:gd name="textAreaRight" fmla="*/ 483120 w 482760"/>
                <a:gd name="textAreaTop" fmla="*/ 0 h 480240"/>
                <a:gd name="textAreaBottom" fmla="*/ 480600 h 480240"/>
              </a:gdLst>
              <a:ahLst/>
              <a:cxnLst/>
              <a:rect l="textAreaLeft" t="textAreaTop" r="textAreaRight" b="textAreaBottom"/>
              <a:pathLst>
                <a:path w="805" h="804">
                  <a:moveTo>
                    <a:pt x="804" y="803"/>
                  </a:moveTo>
                  <a:lnTo>
                    <a:pt x="0" y="803"/>
                  </a:lnTo>
                  <a:lnTo>
                    <a:pt x="0" y="0"/>
                  </a:lnTo>
                  <a:lnTo>
                    <a:pt x="804" y="0"/>
                  </a:lnTo>
                  <a:lnTo>
                    <a:pt x="804" y="803"/>
                  </a:lnTo>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93000"/>
                </a:lnSpc>
                <a:tabLst>
                  <a:tab pos="0" algn="l"/>
                </a:tabLst>
              </a:pPr>
              <a:endParaRPr lang="en-US" sz="1800" b="0" strike="noStrike" spc="-1">
                <a:solidFill>
                  <a:srgbClr val="FFFFFF"/>
                </a:solidFill>
                <a:latin typeface="OpenSymbo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B7117-175A-9C65-9FC6-1E66ADD2F944}"/>
              </a:ext>
            </a:extLst>
          </p:cNvPr>
          <p:cNvSpPr>
            <a:spLocks noGrp="1"/>
          </p:cNvSpPr>
          <p:nvPr>
            <p:ph type="title"/>
          </p:nvPr>
        </p:nvSpPr>
        <p:spPr>
          <a:xfrm>
            <a:off x="2247908" y="736313"/>
            <a:ext cx="4447800" cy="1058400"/>
          </a:xfrm>
        </p:spPr>
        <p:txBody>
          <a:bodyPr/>
          <a:lstStyle/>
          <a:p>
            <a:pPr algn="ctr"/>
            <a:r>
              <a:rPr lang="en-US" dirty="0"/>
              <a:t>THANK YOU</a:t>
            </a:r>
            <a:endParaRPr lang="en-IN" dirty="0"/>
          </a:p>
        </p:txBody>
      </p:sp>
      <p:sp>
        <p:nvSpPr>
          <p:cNvPr id="3" name="Subtitle 2">
            <a:extLst>
              <a:ext uri="{FF2B5EF4-FFF2-40B4-BE49-F238E27FC236}">
                <a16:creationId xmlns:a16="http://schemas.microsoft.com/office/drawing/2014/main" id="{8B7A0035-2D65-4FA7-7562-BF51489A7201}"/>
              </a:ext>
            </a:extLst>
          </p:cNvPr>
          <p:cNvSpPr>
            <a:spLocks noGrp="1"/>
          </p:cNvSpPr>
          <p:nvPr>
            <p:ph type="subTitle"/>
          </p:nvPr>
        </p:nvSpPr>
        <p:spPr>
          <a:xfrm>
            <a:off x="346669" y="2115056"/>
            <a:ext cx="4447800" cy="1058400"/>
          </a:xfrm>
        </p:spPr>
        <p:txBody>
          <a:bodyPr/>
          <a:lstStyle/>
          <a:p>
            <a:r>
              <a:rPr lang="en-US" sz="1400" dirty="0"/>
              <a:t>By </a:t>
            </a:r>
            <a:r>
              <a:rPr lang="en-US" sz="1400" dirty="0" err="1"/>
              <a:t>team:Deciders</a:t>
            </a:r>
            <a:endParaRPr lang="en-US" sz="1400" dirty="0"/>
          </a:p>
          <a:p>
            <a:r>
              <a:rPr lang="en-US" sz="1400" dirty="0"/>
              <a:t>Team member 1:Gurram Pranavi </a:t>
            </a:r>
            <a:r>
              <a:rPr lang="en-US" sz="1400" dirty="0" err="1"/>
              <a:t>sri</a:t>
            </a:r>
            <a:endParaRPr lang="en-US" sz="1400" dirty="0"/>
          </a:p>
          <a:p>
            <a:r>
              <a:rPr lang="en-US" sz="1400" dirty="0"/>
              <a:t>Team member 2:Ippe Akshaya</a:t>
            </a:r>
          </a:p>
          <a:p>
            <a:r>
              <a:rPr lang="en-US" sz="1400" dirty="0"/>
              <a:t>Team member 3:Jammula Varsha</a:t>
            </a:r>
          </a:p>
        </p:txBody>
      </p:sp>
    </p:spTree>
    <p:extLst>
      <p:ext uri="{BB962C8B-B14F-4D97-AF65-F5344CB8AC3E}">
        <p14:creationId xmlns:p14="http://schemas.microsoft.com/office/powerpoint/2010/main" val="4099967447"/>
      </p:ext>
    </p:extLst>
  </p:cSld>
  <p:clrMapOvr>
    <a:masterClrMapping/>
  </p:clrMapOvr>
</p:sld>
</file>

<file path=ppt/theme/theme1.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Formal Conference Style Presentation by Slidesgo">
  <a:themeElements>
    <a:clrScheme name="Simple Light">
      <a:dk1>
        <a:srgbClr val="D4C8A6"/>
      </a:dk1>
      <a:lt1>
        <a:srgbClr val="040A3D"/>
      </a:lt1>
      <a:dk2>
        <a:srgbClr val="F1ECC8"/>
      </a:dk2>
      <a:lt2>
        <a:srgbClr val="C5DCDF"/>
      </a:lt2>
      <a:accent1>
        <a:srgbClr val="FFFFFF"/>
      </a:accent1>
      <a:accent2>
        <a:srgbClr val="FFFFFF"/>
      </a:accent2>
      <a:accent3>
        <a:srgbClr val="FFFFFF"/>
      </a:accent3>
      <a:accent4>
        <a:srgbClr val="FFFFFF"/>
      </a:accent4>
      <a:accent5>
        <a:srgbClr val="FFFFFF"/>
      </a:accent5>
      <a:accent6>
        <a:srgbClr val="FFFFFF"/>
      </a:accent6>
      <a:hlink>
        <a:srgbClr val="D4C8A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TotalTime>
  <Words>646</Words>
  <Application>Microsoft Office PowerPoint</Application>
  <PresentationFormat>On-screen Show (16:9)</PresentationFormat>
  <Paragraphs>27</Paragraphs>
  <Slides>12</Slides>
  <Notes>0</Notes>
  <HiddenSlides>0</HiddenSlides>
  <MMClips>0</MMClips>
  <ScaleCrop>false</ScaleCrop>
  <HeadingPairs>
    <vt:vector size="6" baseType="variant">
      <vt:variant>
        <vt:lpstr>Fonts Used</vt:lpstr>
      </vt:variant>
      <vt:variant>
        <vt:i4>6</vt:i4>
      </vt:variant>
      <vt:variant>
        <vt:lpstr>Theme</vt:lpstr>
      </vt:variant>
      <vt:variant>
        <vt:i4>23</vt:i4>
      </vt:variant>
      <vt:variant>
        <vt:lpstr>Slide Titles</vt:lpstr>
      </vt:variant>
      <vt:variant>
        <vt:i4>12</vt:i4>
      </vt:variant>
    </vt:vector>
  </HeadingPairs>
  <TitlesOfParts>
    <vt:vector size="41" baseType="lpstr">
      <vt:lpstr>Arial</vt:lpstr>
      <vt:lpstr>OpenSymbol</vt:lpstr>
      <vt:lpstr>Raleway</vt:lpstr>
      <vt:lpstr>Sorts Mill Goudy</vt:lpstr>
      <vt:lpstr>Symbol</vt:lpstr>
      <vt:lpstr>Wingdings</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Formal Conference Style Presentation by Slidesgo</vt:lpstr>
      <vt:lpstr>Slidesgo Final Pages</vt:lpstr>
      <vt:lpstr>Slidesgo Final Pages</vt:lpstr>
      <vt:lpstr>Gesture-Based HCI</vt:lpstr>
      <vt:lpstr>Introduction</vt:lpstr>
      <vt:lpstr>System Overview</vt:lpstr>
      <vt:lpstr>Introduction to Gesture-Based Interaction</vt:lpstr>
      <vt:lpstr>Key Components and Technologies</vt:lpstr>
      <vt:lpstr>Applications and Use Cases</vt:lpstr>
      <vt:lpstr>Technical Implementation</vt:lpstr>
      <vt:lpstr>Using OpenCV for Gesture Recognition</vt:lpstr>
      <vt:lpstr>Integrating MediaPipe for Tracking</vt:lpstr>
      <vt:lpstr>Leveraging Palm's text-bison-001</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Gesture-Based HCI</dc:title>
  <dc:creator>Gurramsreenivasaredy</dc:creator>
  <cp:lastModifiedBy>REDDY GAMER</cp:lastModifiedBy>
  <cp:revision>3</cp:revision>
  <dcterms:modified xsi:type="dcterms:W3CDTF">2025-02-12T07:35:34Z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2025-02-12T06:02:57Z</dcterms:created>
  <dc:creator>Unknown Creator</dc:creator>
  <dc:description/>
  <dc:language>en-US</dc:language>
  <cp:lastModifiedBy>Unknown Creator</cp:lastModifiedBy>
  <dcterms:modified xsi:type="dcterms:W3CDTF">2025-02-12T06:02:57Z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